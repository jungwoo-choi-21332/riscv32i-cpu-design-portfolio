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595" r:id="rId3"/>
    <p:sldId id="596" r:id="rId4"/>
    <p:sldId id="597" r:id="rId5"/>
    <p:sldId id="598" r:id="rId6"/>
    <p:sldId id="599" r:id="rId7"/>
    <p:sldId id="600" r:id="rId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57" autoAdjust="0"/>
    <p:restoredTop sz="87573" autoAdjust="0"/>
  </p:normalViewPr>
  <p:slideViewPr>
    <p:cSldViewPr>
      <p:cViewPr varScale="1">
        <p:scale>
          <a:sx n="72" d="100"/>
          <a:sy n="72" d="100"/>
        </p:scale>
        <p:origin x="509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259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우 최" userId="6c4e1679b54fbd76" providerId="LiveId" clId="{CD7EB376-6046-44C5-AD1B-CF62840F1510}"/>
    <pc:docChg chg="modSld">
      <pc:chgData name="정우 최" userId="6c4e1679b54fbd76" providerId="LiveId" clId="{CD7EB376-6046-44C5-AD1B-CF62840F1510}" dt="2026-03-11T05:41:09.261" v="1" actId="1037"/>
      <pc:docMkLst>
        <pc:docMk/>
      </pc:docMkLst>
      <pc:sldChg chg="modSp mod">
        <pc:chgData name="정우 최" userId="6c4e1679b54fbd76" providerId="LiveId" clId="{CD7EB376-6046-44C5-AD1B-CF62840F1510}" dt="2026-03-11T05:41:09.261" v="1" actId="1037"/>
        <pc:sldMkLst>
          <pc:docMk/>
          <pc:sldMk cId="3767857073" sldId="599"/>
        </pc:sldMkLst>
        <pc:picChg chg="mod">
          <ac:chgData name="정우 최" userId="6c4e1679b54fbd76" providerId="LiveId" clId="{CD7EB376-6046-44C5-AD1B-CF62840F1510}" dt="2026-03-11T05:41:09.261" v="1" actId="1037"/>
          <ac:picMkLst>
            <pc:docMk/>
            <pc:sldMk cId="3767857073" sldId="599"/>
            <ac:picMk id="10" creationId="{82A0C409-5F80-6188-399A-7A0C1F3311B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25A70-5908-4F26-95C5-87BC94421A41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C53CC-49FF-4CD2-A4C1-1F15E1088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8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8E830-783E-42B1-A032-1ACBCFA0E7D1}" type="slidenum">
              <a:rPr lang="en-US" altLang="ko-KR" sz="1200">
                <a:latin typeface="Arial" panose="020B0604020202020204" pitchFamily="34" charset="0"/>
              </a:rPr>
              <a:pPr/>
              <a:t>2</a:t>
            </a:fld>
            <a:endParaRPr lang="en-US" altLang="ko-KR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727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8077E-6C9E-9A90-AC3D-066C697B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65CADA5-7446-6660-78D3-8ED8088577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E20FBC8-3A1A-B97D-5A5F-190566C628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245CF-4BF0-D9A5-E5DE-50A3DF84D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726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F8055-861D-6F10-7F54-D5C00187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B338483-F083-0D3D-4862-BE074FA5B9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19B165D-5E41-DBC2-4B2A-17C423F3A7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A0D0D-5D3B-2F42-C0D3-DAB1CED9A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417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79DC9-3D0D-0ED1-B0AB-0009D7C4A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F3A1D8A-3493-E3A5-382B-EE4E0AE7EE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057B718-B535-B18D-43FB-49C2D78AEA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A61FE-91FD-6769-9A3C-D3736C47BD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67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328B-4320-4859-2A97-1BCFB3A54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ED5E034-7787-2699-4027-F760FB90F4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AAAA0D5-CD36-5868-7E89-30F37488B3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89C4A-EB92-E01C-0110-956828557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863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772AA-A976-CBCF-6D2A-B3FEC16E7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91D121D-43F8-3571-B6E2-650BDF7748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2EB46065-E115-764B-BA95-CF031F65FF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C6F6A-73FD-F39E-748B-FD467DF96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249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3/11/2026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70973"/>
            <a:ext cx="1063524" cy="304168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3/11/2026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System Semiconductor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1"/>
            <a:ext cx="960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C00000"/>
                </a:solidFill>
              </a:rPr>
              <a:t>5Stage Pipeline Risc-V 32I</a:t>
            </a:r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625600" y="3810000"/>
            <a:ext cx="9144000" cy="990600"/>
          </a:xfrm>
        </p:spPr>
        <p:txBody>
          <a:bodyPr>
            <a:noAutofit/>
          </a:bodyPr>
          <a:lstStyle/>
          <a:p>
            <a:r>
              <a:rPr lang="en-US" altLang="ko-KR" sz="2000" dirty="0" err="1"/>
              <a:t>Jungwoo</a:t>
            </a:r>
            <a:r>
              <a:rPr lang="en-US" altLang="ko-KR" sz="2000" dirty="0"/>
              <a:t> Choi</a:t>
            </a:r>
            <a:br>
              <a:rPr lang="en-US" altLang="ko-KR" sz="2000" dirty="0"/>
            </a:br>
            <a:r>
              <a:rPr lang="en-US" altLang="ko-KR" sz="2000" dirty="0" err="1"/>
              <a:t>Sangmyung</a:t>
            </a:r>
            <a:r>
              <a:rPr lang="en-US" altLang="ko-KR" sz="2000" dirty="0"/>
              <a:t> University</a:t>
            </a:r>
            <a:br>
              <a:rPr lang="en-US" altLang="ko-KR" sz="2000" dirty="0"/>
            </a:br>
            <a:r>
              <a:rPr lang="en-US" altLang="ko-KR" sz="2000" dirty="0"/>
              <a:t>jw010803@gmail.com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Async Mem </a:t>
            </a: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CPU Testbench (03 &amp; 03_2)</a:t>
            </a: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ko-KR" altLang="ko-KR" sz="200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altLang="ko-KR" smtClean="0"/>
              <a:pPr/>
              <a:t>2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Posedge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Negedge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2517F8-631E-4B41-C60D-91C5D4D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906" y="1988064"/>
            <a:ext cx="2590129" cy="35210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0177A1-7EAB-151D-31E2-EC776B408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4" y="1988064"/>
            <a:ext cx="2647497" cy="352102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65FC92-75EA-EF9A-131E-DAFEAD147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448" y="1988064"/>
            <a:ext cx="2590129" cy="35204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54821F9-F403-4805-619D-C210C656F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692" y="1988064"/>
            <a:ext cx="2538019" cy="35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376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A0B61-6AA3-4918-B332-21A7131C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6049608-A723-3591-45B0-4FCAB952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Async Mem 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C995FFF-36C0-927B-DDD1-B94D34BB4AD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ISA Testbench(11)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63E56F0F-0374-6F38-F530-2FF13A801E68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84C9DE-5345-78DD-0738-5CCC087D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4000F-D1B0-F8CD-B2CC-DCA4C992E38A}"/>
              </a:ext>
            </a:extLst>
          </p:cNvPr>
          <p:cNvSpPr txBox="1"/>
          <p:nvPr/>
        </p:nvSpPr>
        <p:spPr>
          <a:xfrm>
            <a:off x="838200" y="578762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ISA passed(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Posedge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4BA2D59-4A06-E557-E8E6-1A96110D3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1810713"/>
            <a:ext cx="3657600" cy="389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960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D962-A0C1-5F03-2F7A-E088FACB3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7D408C3-23F3-BC76-A9D3-75445E6F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Async Mem 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B37C9197-5DF1-3787-6235-52FCA6AD534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C Program Test(21)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23D3DD7-5918-8CC9-5439-3B24A9A4D16C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EA61EC8-6B63-ABE1-5820-753A5DCE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E88B9B-5FA7-A0F2-C152-A8C8B0FD5AA9}"/>
              </a:ext>
            </a:extLst>
          </p:cNvPr>
          <p:cNvSpPr txBox="1"/>
          <p:nvPr/>
        </p:nvSpPr>
        <p:spPr>
          <a:xfrm>
            <a:off x="737191" y="314395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Cache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Test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9CB9F7-E6CD-AE49-DE6F-C666E03E0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1874013"/>
            <a:ext cx="3352800" cy="3197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08E7C85-BB16-9122-1AF9-BA14A583D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15" y="2269917"/>
            <a:ext cx="3352800" cy="816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497864-EAE4-A7F3-D4F5-DCC7D8D52F1B}"/>
              </a:ext>
            </a:extLst>
          </p:cNvPr>
          <p:cNvSpPr txBox="1"/>
          <p:nvPr/>
        </p:nvSpPr>
        <p:spPr>
          <a:xfrm>
            <a:off x="4343400" y="314278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Fib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82D4431-03A4-3D09-0996-D02FFA719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591" y="1874014"/>
            <a:ext cx="3048002" cy="31970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5233ECA-6F7E-558C-1E47-CF452E1659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4700" y="2272682"/>
            <a:ext cx="3048002" cy="81102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2E5913F-6674-D0A4-3748-B9F084908F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9815" y="1874014"/>
            <a:ext cx="3040914" cy="31970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87A1110-00AE-BF3D-4DC0-23C9945978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2727" y="2296170"/>
            <a:ext cx="3048002" cy="8110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7ACE06-A8FB-B47F-66B4-B20EE77996A8}"/>
              </a:ext>
            </a:extLst>
          </p:cNvPr>
          <p:cNvSpPr txBox="1"/>
          <p:nvPr/>
        </p:nvSpPr>
        <p:spPr>
          <a:xfrm>
            <a:off x="7699743" y="31361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R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eplace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1FF8DF1-4489-E404-406C-4F1F1A9F08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9967" y="3688080"/>
            <a:ext cx="3363433" cy="34862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6F85FCC-BDD6-AB06-2A68-38C0501017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1" y="4236097"/>
            <a:ext cx="3363434" cy="94310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A07BEAC-686E-BA08-B57D-CFF70DB30854}"/>
              </a:ext>
            </a:extLst>
          </p:cNvPr>
          <p:cNvSpPr txBox="1"/>
          <p:nvPr/>
        </p:nvSpPr>
        <p:spPr>
          <a:xfrm>
            <a:off x="699315" y="541913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Strcmp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0D84305-D4FD-2982-FA0D-331BBC185A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2981" y="3688855"/>
            <a:ext cx="3099722" cy="36933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00C6E7C-72FE-A6EC-A3CD-200675FC49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2982" y="4258746"/>
            <a:ext cx="3154986" cy="92045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2488C34-5313-C155-C80F-7F7D165CD65A}"/>
              </a:ext>
            </a:extLst>
          </p:cNvPr>
          <p:cNvSpPr txBox="1"/>
          <p:nvPr/>
        </p:nvSpPr>
        <p:spPr>
          <a:xfrm>
            <a:off x="4357579" y="5411309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Sum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73E7370-19B0-D9DA-6C78-49AD86BC9A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3485" y="3683141"/>
            <a:ext cx="3099721" cy="37364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A4A1598D-8ADD-CEA5-279D-28FA730714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3485" y="4241899"/>
            <a:ext cx="3154986" cy="92045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E25D2CA-FF5F-C2F1-6B08-2FF8B753FB07}"/>
              </a:ext>
            </a:extLst>
          </p:cNvPr>
          <p:cNvSpPr txBox="1"/>
          <p:nvPr/>
        </p:nvSpPr>
        <p:spPr>
          <a:xfrm>
            <a:off x="7680249" y="5419138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Vecadd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766408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2CDA-F392-B603-BE64-F8E6E845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C8CBD6F-C593-97AC-CD89-54AC1A4E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Async Mem 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0C93600-4FD3-6CC2-B1BB-32A10F306C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>
                <a:ea typeface="굴림" panose="020B0600000101010101" pitchFamily="50" charset="-127"/>
              </a:rPr>
              <a:t>TBman</a:t>
            </a:r>
            <a:r>
              <a:rPr lang="en-US" altLang="ko-KR" dirty="0">
                <a:ea typeface="굴림" panose="020B0600000101010101" pitchFamily="50" charset="-127"/>
              </a:rPr>
              <a:t> Test(31)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B174D2C-D538-FA99-FB04-8F3550F7E59F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3E45D00-2396-ECE1-E6BC-F71666AC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D8F1E-EB2E-48A1-B32F-DEA99AA93CC7}"/>
              </a:ext>
            </a:extLst>
          </p:cNvPr>
          <p:cNvSpPr txBox="1"/>
          <p:nvPr/>
        </p:nvSpPr>
        <p:spPr>
          <a:xfrm>
            <a:off x="1477264" y="507619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TBman_basic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D49681-882D-B5DE-6FBA-1812D24A0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2286000"/>
            <a:ext cx="5181600" cy="2590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26FF77D-FEF6-FF32-8D71-758E49ED7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966" y="2286000"/>
            <a:ext cx="5191839" cy="25576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92EEB2-6EDE-02EF-8881-567968773EBD}"/>
              </a:ext>
            </a:extLst>
          </p:cNvPr>
          <p:cNvSpPr txBox="1"/>
          <p:nvPr/>
        </p:nvSpPr>
        <p:spPr>
          <a:xfrm>
            <a:off x="6858000" y="507619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TBman_printf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36037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9DA6-8AF2-712C-FEBD-5031AE87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CD78CAA-2946-4909-FA7C-B61B7BF0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Async Mem 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57BDF452-916C-7717-7D59-8A58171CC93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Dhrystone(31)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7FC165FC-AEC3-A50C-AC6A-48D671D07B3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BB6425-6773-2B9B-ED80-403C1319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F84E1-80D1-721B-43C2-3084AE582C2A}"/>
              </a:ext>
            </a:extLst>
          </p:cNvPr>
          <p:cNvSpPr txBox="1"/>
          <p:nvPr/>
        </p:nvSpPr>
        <p:spPr>
          <a:xfrm>
            <a:off x="4038600" y="5887323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Dhrystone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2A0C409-5F80-6188-399A-7A0C1F331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0" y="1828800"/>
            <a:ext cx="4191000" cy="3935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E486B2-86F0-5DEB-50DC-ECA42C0C3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28799"/>
            <a:ext cx="4610151" cy="393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570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3F74C-C3EB-6D17-F1CF-C07AA4FB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21B0521-7DC9-176F-59E6-457A3797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고찰</a:t>
            </a:r>
            <a:r>
              <a:rPr lang="en-US" altLang="ko-KR" dirty="0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F1FD135-EAF4-85B1-8DDD-88B5C870D2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>
                <a:ea typeface="굴림" panose="020B0600000101010101" pitchFamily="50" charset="-127"/>
              </a:rPr>
              <a:t>지난 학기에 배웠던 컴퓨터 구조 수업을 통해서 </a:t>
            </a:r>
            <a:r>
              <a:rPr lang="en-US" altLang="ko-KR" dirty="0">
                <a:ea typeface="굴림" panose="020B0600000101010101" pitchFamily="50" charset="-127"/>
              </a:rPr>
              <a:t>CPU </a:t>
            </a:r>
            <a:r>
              <a:rPr lang="ko-KR" altLang="en-US" dirty="0">
                <a:ea typeface="굴림" panose="020B0600000101010101" pitchFamily="50" charset="-127"/>
              </a:rPr>
              <a:t>에 대해 어렴풋이 배웠는데 이번 학기의 </a:t>
            </a:r>
            <a:r>
              <a:rPr lang="en-US" altLang="ko-KR" dirty="0">
                <a:ea typeface="굴림" panose="020B0600000101010101" pitchFamily="50" charset="-127"/>
              </a:rPr>
              <a:t>CPU </a:t>
            </a:r>
            <a:r>
              <a:rPr lang="ko-KR" altLang="en-US" dirty="0">
                <a:ea typeface="굴림" panose="020B0600000101010101" pitchFamily="50" charset="-127"/>
              </a:rPr>
              <a:t>설계 수업을 통해서 조금 더 정확한 동작을 이해 할 수 있었다</a:t>
            </a:r>
            <a:r>
              <a:rPr lang="en-US" altLang="ko-KR" dirty="0">
                <a:ea typeface="굴림" panose="020B0600000101010101" pitchFamily="50" charset="-127"/>
              </a:rPr>
              <a:t>.</a:t>
            </a:r>
          </a:p>
          <a:p>
            <a:endParaRPr lang="en-US" altLang="ko-KR" dirty="0">
              <a:ea typeface="굴림" panose="020B0600000101010101" pitchFamily="50" charset="-127"/>
            </a:endParaRPr>
          </a:p>
          <a:p>
            <a:r>
              <a:rPr lang="ko-KR" altLang="en-US" dirty="0" err="1">
                <a:ea typeface="굴림" panose="020B0600000101010101" pitchFamily="50" charset="-127"/>
              </a:rPr>
              <a:t>모델심</a:t>
            </a:r>
            <a:r>
              <a:rPr lang="ko-KR" altLang="en-US" dirty="0"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ea typeface="굴림" panose="020B0600000101010101" pitchFamily="50" charset="-127"/>
              </a:rPr>
              <a:t>으로</a:t>
            </a:r>
            <a:r>
              <a:rPr lang="ko-KR" altLang="en-US" dirty="0">
                <a:ea typeface="굴림" panose="020B0600000101010101" pitchFamily="50" charset="-127"/>
              </a:rPr>
              <a:t> 코딩할 때는 </a:t>
            </a:r>
            <a:r>
              <a:rPr lang="ko-KR" altLang="en-US" dirty="0" err="1">
                <a:ea typeface="굴림" panose="020B0600000101010101" pitchFamily="50" charset="-127"/>
              </a:rPr>
              <a:t>스케매틱</a:t>
            </a:r>
            <a:r>
              <a:rPr lang="ko-KR" altLang="en-US" dirty="0">
                <a:ea typeface="굴림" panose="020B0600000101010101" pitchFamily="50" charset="-127"/>
              </a:rPr>
              <a:t> 뷰 </a:t>
            </a:r>
            <a:r>
              <a:rPr lang="ko-KR" altLang="en-US" dirty="0" err="1">
                <a:ea typeface="굴림" panose="020B0600000101010101" pitchFamily="50" charset="-127"/>
              </a:rPr>
              <a:t>를</a:t>
            </a:r>
            <a:r>
              <a:rPr lang="ko-KR" altLang="en-US" dirty="0">
                <a:ea typeface="굴림" panose="020B0600000101010101" pitchFamily="50" charset="-127"/>
              </a:rPr>
              <a:t> 보는 방법도 잘 몰랐고 보기도 힘들었는데</a:t>
            </a:r>
            <a:r>
              <a:rPr lang="en-US" altLang="ko-KR" dirty="0">
                <a:ea typeface="굴림" panose="020B0600000101010101" pitchFamily="50" charset="-127"/>
              </a:rPr>
              <a:t>, </a:t>
            </a:r>
            <a:r>
              <a:rPr lang="ko-KR" altLang="en-US" dirty="0">
                <a:ea typeface="굴림" panose="020B0600000101010101" pitchFamily="50" charset="-127"/>
              </a:rPr>
              <a:t>이번 시놉시스 툴을 사용하면서 </a:t>
            </a:r>
            <a:r>
              <a:rPr lang="ko-KR" altLang="en-US" dirty="0" err="1">
                <a:ea typeface="굴림" panose="020B0600000101010101" pitchFamily="50" charset="-127"/>
              </a:rPr>
              <a:t>스케매틱</a:t>
            </a:r>
            <a:r>
              <a:rPr lang="ko-KR" altLang="en-US" dirty="0">
                <a:ea typeface="굴림" panose="020B0600000101010101" pitchFamily="50" charset="-127"/>
              </a:rPr>
              <a:t> 뷰를 통해 내가 설계한  </a:t>
            </a:r>
            <a:r>
              <a:rPr lang="en-US" altLang="ko-KR" dirty="0">
                <a:ea typeface="굴림" panose="020B0600000101010101" pitchFamily="50" charset="-127"/>
              </a:rPr>
              <a:t>CPU</a:t>
            </a:r>
            <a:r>
              <a:rPr lang="ko-KR" altLang="en-US" dirty="0">
                <a:ea typeface="굴림" panose="020B0600000101010101" pitchFamily="50" charset="-127"/>
              </a:rPr>
              <a:t>의 구조를 보면서 디버깅 하는 능력을 기를 수 있었다</a:t>
            </a:r>
            <a:r>
              <a:rPr lang="en-US" altLang="ko-KR" dirty="0"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2D97B8D-58B8-C107-21AE-0CAC96EF1D82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2BB2E3-142B-EB78-6396-247EB5E9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21231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5164</TotalTime>
  <Words>149</Words>
  <Application>Microsoft Office PowerPoint</Application>
  <PresentationFormat>와이드스크린</PresentationFormat>
  <Paragraphs>41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굴림</vt:lpstr>
      <vt:lpstr>맑은 고딕</vt:lpstr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Jungwoo Choi Sangmyung University jw010803@gmail.com</vt:lpstr>
      <vt:lpstr>Async Mem </vt:lpstr>
      <vt:lpstr>Async Mem </vt:lpstr>
      <vt:lpstr>Async Mem </vt:lpstr>
      <vt:lpstr>Async Mem </vt:lpstr>
      <vt:lpstr>Async Mem </vt:lpstr>
      <vt:lpstr>고찰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zhu;YongwooKim</dc:creator>
  <cp:lastModifiedBy>정우 최</cp:lastModifiedBy>
  <cp:revision>994</cp:revision>
  <dcterms:created xsi:type="dcterms:W3CDTF">2013-05-12T07:12:15Z</dcterms:created>
  <dcterms:modified xsi:type="dcterms:W3CDTF">2026-03-11T05:41:11Z</dcterms:modified>
</cp:coreProperties>
</file>