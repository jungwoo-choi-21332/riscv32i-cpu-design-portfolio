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256" r:id="rId2"/>
    <p:sldId id="595" r:id="rId3"/>
    <p:sldId id="600" r:id="rId4"/>
    <p:sldId id="601" r:id="rId5"/>
    <p:sldId id="602" r:id="rId6"/>
    <p:sldId id="598" r:id="rId7"/>
    <p:sldId id="599" r:id="rId8"/>
    <p:sldId id="604" r:id="rId9"/>
    <p:sldId id="605" r:id="rId10"/>
    <p:sldId id="606" r:id="rId11"/>
    <p:sldId id="607" r:id="rId12"/>
    <p:sldId id="608" r:id="rId13"/>
    <p:sldId id="610" r:id="rId14"/>
    <p:sldId id="609" r:id="rId15"/>
    <p:sldId id="611" r:id="rId16"/>
    <p:sldId id="612" r:id="rId17"/>
    <p:sldId id="613" r:id="rId18"/>
    <p:sldId id="614" r:id="rId19"/>
    <p:sldId id="615" r:id="rId20"/>
    <p:sldId id="616" r:id="rId21"/>
    <p:sldId id="617" r:id="rId22"/>
    <p:sldId id="618" r:id="rId23"/>
    <p:sldId id="619" r:id="rId24"/>
    <p:sldId id="620" r:id="rId25"/>
    <p:sldId id="621" r:id="rId26"/>
    <p:sldId id="622" r:id="rId27"/>
    <p:sldId id="623" r:id="rId28"/>
    <p:sldId id="624" r:id="rId29"/>
    <p:sldId id="625" r:id="rId30"/>
    <p:sldId id="626" r:id="rId31"/>
    <p:sldId id="627" r:id="rId32"/>
    <p:sldId id="628" r:id="rId33"/>
    <p:sldId id="629" r:id="rId34"/>
    <p:sldId id="630" r:id="rId35"/>
    <p:sldId id="631" r:id="rId36"/>
    <p:sldId id="632" r:id="rId37"/>
    <p:sldId id="633" r:id="rId38"/>
    <p:sldId id="634" r:id="rId39"/>
    <p:sldId id="635" r:id="rId40"/>
    <p:sldId id="636" r:id="rId41"/>
    <p:sldId id="637" r:id="rId42"/>
    <p:sldId id="638" r:id="rId43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57" autoAdjust="0"/>
    <p:restoredTop sz="87573" autoAdjust="0"/>
  </p:normalViewPr>
  <p:slideViewPr>
    <p:cSldViewPr>
      <p:cViewPr varScale="1">
        <p:scale>
          <a:sx n="97" d="100"/>
          <a:sy n="97" d="100"/>
        </p:scale>
        <p:origin x="1488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6" d="100"/>
          <a:sy n="106" d="100"/>
        </p:scale>
        <p:origin x="259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25A70-5908-4F26-95C5-87BC94421A41}" type="datetimeFigureOut">
              <a:rPr lang="ko-KR" altLang="en-US" smtClean="0"/>
              <a:t>2024-10-13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CC53CC-49FF-4CD2-A4C1-1F15E1088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980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79531-A864-9522-5B68-79225212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C581742-E250-39E8-AC63-7633F77CC6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CBB36C5-9C29-8EA8-FE08-BC140B120F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36910-B21F-37B4-963B-AB2400E11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970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07D68-1C1C-90DB-8D99-C89BF39AF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470BEA5-E26F-2006-6C87-867D2D81973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8B7A21C-0B75-D8D5-DDD4-65991C7DB6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07D37-6D78-9028-DD28-05950DC01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284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A3DF-EB8D-E1F2-0426-2E97604D1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972E11A5-A6A7-7785-C54A-37B4121126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FD337016-E4B3-1356-673E-228524B8DB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63DA73-7A73-86DE-7CCE-FE83E6C4A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904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12F7A-36EA-C4CA-AF84-9AFE441F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8BD3ACA-636E-AE46-5F5D-DD21326EBC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0C1DD64-B14A-2864-05EF-F4BB3AB894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2816C-6891-B12E-8D47-EA35FBC1E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10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926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5A9BE-60F4-3B20-FEEC-B5492B90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2D8D8B7-D34A-26C3-394E-623E94A1CD7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541843E-CE1C-B6C2-66DE-1BA71A7DD0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1AF02-DDBE-2B1F-79B9-E74319D63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349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4B8CE-4566-7D75-7917-7936992EE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8120FCB-500C-D714-CF29-4F63D2FD37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377B7F00-335C-7C98-1AB2-DE330920F2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029A6-F59B-6C87-5086-D3885D8B8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527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99118-72EC-B892-FF0D-703EF76FC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1D1C6841-3DC5-E46E-4B3E-B9666263B9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5C92BF4D-6AF1-F822-1E72-0743DB598D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FB3D8-38A0-E60D-8B56-3E1E71D04B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727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3B23E-76A5-765E-40F7-539640C61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3D65BDB-3C8B-E78D-D8A2-061DA59CD1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3F11E97-38E3-654B-6AD0-C868863E192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914F5-DB49-BB9C-B388-D1E7A7E4E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438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3AC0-546E-B287-63BA-FD110C0B8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58BBAEB-3605-348E-5EE5-AAE80829578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563C3E1-6B0D-0509-9400-5032529F7C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56FF5-DEAA-6E5C-A23D-20AEF40DE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7286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0873-A258-A50E-CCEF-7A1DC6F2B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E3F00319-ADAC-C920-13CB-BB38622502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5132B430-770A-1B49-6A94-8949A63BC7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4BBAE-5235-B8FA-B2C9-ECA2C1526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4105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08843-0846-4E4F-C605-2FC4DBDB5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5DFA110-6A2B-348A-ED14-9EADEBCB43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3A1F8FE-84F4-79C7-5D57-D8AAA1D3CB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9FBBB-ECE7-B738-26C7-376799F15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956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55F08-EABF-9663-7CBF-C008D594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64FA7D43-1265-0E68-9687-8CA81A4F98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73A71886-25D5-5582-B78E-0CD4E2DF58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5B7C4-8B75-D9C7-6DBD-46BD27836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4333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5A454-77CE-E00C-91DD-8F795DD3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54C05BB4-EAA0-E8D9-DE8F-6919007300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772A426-DC2B-9EE9-75CB-4B34DCBFF4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3B8F0-DF7C-4B68-15F0-CCB8F65297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459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B2509-9531-0E26-A0C6-33293A4F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6541B4B-62E9-005E-1A8F-E672F9B170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EFB904B-99CB-DCA5-1DFB-EBF6273B6E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F39E8-A4BE-F5E9-F02E-D1B749D03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4122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E95DB-B1BC-B6DC-F93F-8D2005B6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E2A3CC13-7BF4-8636-E447-3E7DBC72E2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35D109BC-C9CF-3D26-0005-006A98A309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26223-97E8-0229-0806-BEB1ED8BE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36047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15C61-D8CB-7674-992E-3808C0788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76337E4-070A-42A3-DFAD-AE7CB56C9C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E8401AA-E8E9-92FC-1C15-D686DDFA91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D212E-2CB1-D2E3-048D-752D71F54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4482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E84E8-8A1E-3215-8108-C490C4904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DB0D8B27-60AA-F4EF-B3FE-94A99146CC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0E68886A-7055-4A77-1775-16E6042C4A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80B64-54F8-0701-00B5-AEA9D3776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294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F0CA2-226C-8E61-85C1-C6CA2932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3D28F4A-909F-0573-5C3D-6D6030CD16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B219CEE9-3EE1-76B1-0565-88066C63064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6709F-8FDD-DE4C-4960-4B2B540F06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2670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CC1C-F50F-90BE-0185-99CB23A6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DAF64D1-2F0D-8978-9C9A-1B02638169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4E549CD5-6F6A-696E-82CA-70EC4E39C0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D703F-9477-9A66-8F60-D8433BAE0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8740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DAB41-9E98-00AC-F9BB-C8083588E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DB6D6670-C7BB-E6E3-A4E8-CD3F55A1D8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BB3488EA-9670-5F93-2DD5-B2E126552C1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A5658-7593-8D85-8028-5CA5CB8C9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24002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94B47-4F29-7FD5-1050-5400C8B0E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1AD05D2B-50ED-2051-1BF0-1120391AAC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D650B53-950D-8CD7-A524-9847E4DF50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82CCA-ABC1-FD7F-83DF-38566ABBD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281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4669C-F492-E749-82D2-3DF5A1ED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52C9F86-CAE9-3BF6-5BD1-236ADE496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43C23D6-A87D-C6F4-F094-97AAD3F44A2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64D58-6B94-004C-6DC5-CCE8C4D7D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018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2DB32-291C-AE2C-71C7-0DF1D380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BA9F425-DE6D-BBFA-7DB8-7588425EE0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D557CD51-AD53-22D6-EAB5-1BB71292A2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18EE3-67B1-CCFE-2C5A-055667C2C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3398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BE43-C71C-BB1D-EEDB-8A9F8EE6E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3C482CBB-7C72-4CBC-7FA3-919641B3429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57024BAF-BBB2-BF88-E88D-4C3F839AE1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20DF6-E898-A0F1-3D5F-76CB23A83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258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DC102-F924-ADBA-21ED-A913BF34B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3B0D807-A2BA-9465-6E13-7BF285BE49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3D2F3886-32B6-1FB8-33FE-C82B92A04E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5F38E-0D8F-0294-2366-88A69AE12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473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3640D-82E7-A8B7-7F67-4794B8596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0485007-0882-2236-97D6-B4D2264D37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EB30C1B7-86EC-385B-0A9C-25A608A9A3C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73FE2-50FD-E8FC-014B-371D6C3FE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6033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23687-65D2-8464-994C-3A47BBCC2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6964C7FF-1B5B-DFD5-13DA-EC772F6500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AF010788-6B65-595B-2479-DD5E899FAA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28919-B745-0F82-5812-F74419A33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2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C70EC-D940-48C1-3301-1DAF2C3C0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6435A49-DA18-0A5F-9C8C-792F4C7267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2C8E7486-B7C2-F8D7-2F62-8B04EEAC1E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D4F42-5F7D-3CED-B8BC-2379C5B8B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1856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916EA-E842-FC1A-D4BD-C48ACBA78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DFB30DC8-5948-D0D6-F0EA-CDC66DAE1D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9308FB0A-C457-8DE4-92B5-9421CA1B49C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B0A3A-09BA-D2D4-8839-929439F16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31610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6E934-3257-67E1-1D98-57D5B715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AEA3A994-DB01-29BE-90D0-943894292D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0B590332-92DA-86AD-5B6F-60A6450589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1C460-C5F1-031C-7FDE-4C50B205F9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3796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327CE-11D0-8C19-4480-BDEC5AE9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306F359-AB1B-9F6E-1E7F-64C0D744CAC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16A34251-BCB8-C536-F205-67BEE28781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12289-D63C-76CF-CE41-18E5150CC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4775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32CD1-3F05-DD90-3D46-EE022D6CA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1F98B6A-F45E-FC17-A528-B1B5D48C57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ED239EC7-DF4B-EE7F-BB64-EC63A20F2E2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6B156-2C86-A7A2-D4C7-FFAE4BF53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9842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6FFB-8B5F-38A0-6F09-E65D8DA26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F8C6F33C-38E5-0A0A-1BD6-C1D414F7AD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0BF7385-997F-A95F-EC6D-81CA4BBF12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F6095-E26E-61F3-D903-681BAC6E9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98188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0A6DE-6C7C-3228-B1F6-62B1BD11B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6CC8305A-E458-589B-A044-2D86CF1BAF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2343E0A-F8C5-5A28-113A-68F042246DF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13FE7-598C-B6DE-6A1C-95970C825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9413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FE281-35D4-758F-8310-7445508EF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6CF4643-BF44-0425-162F-D4756CF3F1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6D27DA1D-2E2D-02BF-5C83-AA2A74429F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7D4E7-210C-D0F4-F5EF-BA81DEF62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4441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E2EC6-F90C-267D-5979-966DE3DB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29A28D7A-E371-75E0-49F7-7C0E5DE026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0482D35F-0172-2869-BBC3-EFE4BEC93A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AF7C8-75C6-2B19-FD2E-1C68EF203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2045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571EC-CE63-69B8-F43C-A9E22D174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0E50F402-CEAB-CC96-9079-053CA1D261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4327C4BF-CBF6-E755-4119-8A11BBA05A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C14F7-F8FC-B277-4F42-F959FFA20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8698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4AC41-F4B6-A7C4-08C2-E0C0CDC2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46A1713B-C957-2E9A-C1D6-E8BB05DBF8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3654EA80-A359-F18A-7921-2B0F01A120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E20B1-3C1E-40D1-E3DB-86C88B5AF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3301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D2B4-8373-9D74-2EE3-3EB8AB43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70E8E51B-70F8-A69A-787B-2583FFF9F0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871CFD89-E03A-432F-FBA2-63BB3EA2F6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9A1AB-3BCC-9076-96E2-0972881217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7023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F6EC6-611B-0518-74B5-E0A82D31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>
            <a:extLst>
              <a:ext uri="{FF2B5EF4-FFF2-40B4-BE49-F238E27FC236}">
                <a16:creationId xmlns:a16="http://schemas.microsoft.com/office/drawing/2014/main" id="{85A89C34-7DAA-0EBC-E9BE-AD4B698022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Notes Placeholder 2">
            <a:extLst>
              <a:ext uri="{FF2B5EF4-FFF2-40B4-BE49-F238E27FC236}">
                <a16:creationId xmlns:a16="http://schemas.microsoft.com/office/drawing/2014/main" id="{CCBDB8D4-14C8-C2AD-5384-6A214B669C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CF561-FC63-960A-99E8-FFEC88F49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38E830-783E-42B1-A032-1ACBCFA0E7D1}" type="slidenum">
              <a:rPr kumimoji="0" lang="en-US" altLang="ko-K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273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3B6732A1-8A50-42D0-9FB5-A7CC4F887D83}" type="datetime1">
              <a:rPr lang="en-US" smtClean="0"/>
              <a:t>10/13/2024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4B809B3-6A2C-46CF-98AB-C7B45372B065}" type="datetime1">
              <a:rPr lang="en-US" smtClean="0"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 eaLnBrk="1" latinLnBrk="0" hangingPunct="1">
              <a:defRPr/>
            </a:lvl1pPr>
          </a:lstStyle>
          <a:p>
            <a:fld id="{EA7C8D44-3667-46F6-9772-CC52308E2A7F}" type="slidenum">
              <a:rPr kumimoji="0" lang="en-US" altLang="ko-KR" smtClean="0"/>
              <a:pPr/>
              <a:t>‹#›</a:t>
            </a:fld>
            <a:endParaRPr kumimoji="0" lang="en-US" altLang="ko-KR" sz="1200" dirty="0">
              <a:solidFill>
                <a:schemeClr val="tx2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C191117F-3CD7-4767-AEE5-49A060274EAA}" type="datetime1">
              <a:rPr lang="en-US" smtClean="0"/>
              <a:t>10/13/2024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7B8C5CE-9DF7-4BB4-863A-6E277DDC03D4}" type="datetime1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EE11402-9D83-40E7-9253-0548CE63EB94}" type="datetime1">
              <a:rPr lang="en-US" smtClean="0"/>
              <a:t>10/13/2024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0C8811-C7DA-4658-BB60-F635F9220CDF}" type="datetime1">
              <a:rPr lang="en-US" smtClean="0"/>
              <a:t>10/13/2024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EB38FCF-5E28-44CB-A212-D3E75CA77D8D}" type="datetime1">
              <a:rPr lang="en-US" smtClean="0"/>
              <a:t>10/13/2024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55FE7C6-0DE5-4400-A2DD-37AB2CB98797}" type="datetime1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312819A-A7E0-496A-9C6B-0FBBF375D97B}" type="datetime1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32F6112-2530-4960-AA07-04E672D1E722}" type="datetime1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96A6EFF-8172-426D-9AC7-B0DD95EEE533}" type="datetime1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6470973"/>
            <a:ext cx="1063524" cy="304168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0259BA2E-082A-4ACD-AA34-4B617DF5D259}" type="datetime1">
              <a:rPr lang="en-US" smtClean="0"/>
              <a:t>10/13/2024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System Semiconductor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5400" y="1828801"/>
            <a:ext cx="960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3600" b="1" dirty="0">
                <a:solidFill>
                  <a:srgbClr val="C00000"/>
                </a:solidFill>
              </a:rPr>
              <a:t>LAB05</a:t>
            </a:r>
          </a:p>
        </p:txBody>
      </p:sp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625600" y="3810000"/>
            <a:ext cx="9144000" cy="990600"/>
          </a:xfrm>
        </p:spPr>
        <p:txBody>
          <a:bodyPr>
            <a:noAutofit/>
          </a:bodyPr>
          <a:lstStyle/>
          <a:p>
            <a:r>
              <a:rPr lang="en-US" altLang="ko-KR" sz="2000" dirty="0" err="1"/>
              <a:t>Jungwoo</a:t>
            </a:r>
            <a:r>
              <a:rPr lang="en-US" altLang="ko-KR" sz="2000" dirty="0"/>
              <a:t> Choi</a:t>
            </a:r>
            <a:br>
              <a:rPr lang="en-US" altLang="ko-KR" sz="2000" dirty="0"/>
            </a:br>
            <a:r>
              <a:rPr lang="en-US" altLang="ko-KR" sz="2000" dirty="0" err="1"/>
              <a:t>Sangmyung</a:t>
            </a:r>
            <a:r>
              <a:rPr lang="en-US" altLang="ko-KR" sz="2000" dirty="0"/>
              <a:t> University</a:t>
            </a:r>
            <a:br>
              <a:rPr lang="en-US" altLang="ko-KR" sz="2000" dirty="0"/>
            </a:br>
            <a:r>
              <a:rPr lang="en-US" altLang="ko-KR" sz="2000" dirty="0"/>
              <a:t>jw010803@gmail.com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6465-13EF-E7D8-A9C9-AB4ABEAD7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D3C1400-91F8-7B76-D53D-D8BB5AFF9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7B009DE5-84BF-2658-8318-099D79D31B7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07.initializing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459A619-9322-8A82-BFF8-2DD36C2A1E7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2A3AFF6-1507-DCC1-91F1-FB71FE359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E6322-7A98-AC74-8F5A-1AAF073C64CA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Dump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ECBB3-C55D-54E8-ECB0-A386D0D49F15}"/>
              </a:ext>
            </a:extLst>
          </p:cNvPr>
          <p:cNvSpPr txBox="1"/>
          <p:nvPr/>
        </p:nvSpPr>
        <p:spPr>
          <a:xfrm>
            <a:off x="914400" y="3566667"/>
            <a:ext cx="335280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i</a:t>
            </a:r>
            <a:r>
              <a:rPr lang="en-US" altLang="ko-KR" dirty="0"/>
              <a:t> = 0;</a:t>
            </a:r>
          </a:p>
          <a:p>
            <a:r>
              <a:rPr lang="en-US" altLang="ko-KR" dirty="0"/>
              <a:t>x = 2032;</a:t>
            </a:r>
          </a:p>
          <a:p>
            <a:r>
              <a:rPr lang="en-US" altLang="ko-KR" dirty="0"/>
              <a:t>y = -78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2673BE-8A30-8445-D02B-21A09838B709}"/>
              </a:ext>
            </a:extLst>
          </p:cNvPr>
          <p:cNvSpPr txBox="1"/>
          <p:nvPr/>
        </p:nvSpPr>
        <p:spPr>
          <a:xfrm>
            <a:off x="512064" y="570265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EDF14C-41FC-3CB7-09CC-418347CEA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932" y="2286000"/>
            <a:ext cx="4440936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1140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78737-862C-7593-FD1F-49BA5E6B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95F8991-F26E-8EFF-08EE-598B26FB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7C856465-EA6D-D8EA-EC7C-81A89980FAF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07.initializing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F9B6677E-7B89-9712-F6EF-50E8F9BDFE03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44CF15-C5F3-A969-00BB-DEBD416C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6D6C60-2C8B-D7B8-2B18-DD1FCE00BB02}"/>
              </a:ext>
            </a:extLst>
          </p:cNvPr>
          <p:cNvSpPr txBox="1"/>
          <p:nvPr/>
        </p:nvSpPr>
        <p:spPr>
          <a:xfrm>
            <a:off x="6899787" y="3038484"/>
            <a:ext cx="3962400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라는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변수가 저장 되어 있는 주소에 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 값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(0)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저장된다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E8A89-21FE-2219-37D9-8CA3A5192FFA}"/>
              </a:ext>
            </a:extLst>
          </p:cNvPr>
          <p:cNvSpPr txBox="1"/>
          <p:nvPr/>
        </p:nvSpPr>
        <p:spPr>
          <a:xfrm>
            <a:off x="6934200" y="529010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1D855-9733-1ED2-613B-E1ED135B9767}"/>
              </a:ext>
            </a:extLst>
          </p:cNvPr>
          <p:cNvSpPr txBox="1"/>
          <p:nvPr/>
        </p:nvSpPr>
        <p:spPr>
          <a:xfrm>
            <a:off x="762000" y="2899984"/>
            <a:ext cx="396240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highlight>
                  <a:srgbClr val="00FF00"/>
                </a:highlight>
              </a:rPr>
              <a:t>i</a:t>
            </a:r>
            <a:r>
              <a:rPr lang="en-US" altLang="ko-KR" dirty="0">
                <a:highlight>
                  <a:srgbClr val="00FF00"/>
                </a:highlight>
              </a:rPr>
              <a:t> = 0;</a:t>
            </a:r>
          </a:p>
          <a:p>
            <a:r>
              <a:rPr lang="en-US" altLang="ko-KR" dirty="0"/>
              <a:t>x = 2032;</a:t>
            </a:r>
          </a:p>
          <a:p>
            <a:r>
              <a:rPr lang="en-US" altLang="ko-KR" dirty="0"/>
              <a:t>y = -78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A00307-D764-10C5-F1E0-CE32B0BFE9D3}"/>
              </a:ext>
            </a:extLst>
          </p:cNvPr>
          <p:cNvSpPr txBox="1"/>
          <p:nvPr/>
        </p:nvSpPr>
        <p:spPr>
          <a:xfrm>
            <a:off x="457200" y="526840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132576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58520-1AAB-E254-7B87-19069314B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1DEA3AD-AB17-521E-1ED9-CB9BFCC86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1A31326-C65E-D2D5-1316-78A92719EB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07.initializing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62B3DBA6-E7B5-9F18-8AE3-2948AA5779F6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AD50B78-23D4-E161-5FFD-F53623E2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FD9D91-85E6-35A9-2E8D-BA2743875BBC}"/>
              </a:ext>
            </a:extLst>
          </p:cNvPr>
          <p:cNvSpPr txBox="1"/>
          <p:nvPr/>
        </p:nvSpPr>
        <p:spPr>
          <a:xfrm>
            <a:off x="6899787" y="3038484"/>
            <a:ext cx="3962400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라는 변수가 저장된 위치에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2032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값이 저장된다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A08181-CB58-F07B-156B-AC9E81ABC2BE}"/>
              </a:ext>
            </a:extLst>
          </p:cNvPr>
          <p:cNvSpPr txBox="1"/>
          <p:nvPr/>
        </p:nvSpPr>
        <p:spPr>
          <a:xfrm>
            <a:off x="6934200" y="529010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2F052-259E-FBAE-0476-B532AA80CC3B}"/>
              </a:ext>
            </a:extLst>
          </p:cNvPr>
          <p:cNvSpPr txBox="1"/>
          <p:nvPr/>
        </p:nvSpPr>
        <p:spPr>
          <a:xfrm>
            <a:off x="762000" y="2899984"/>
            <a:ext cx="396240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x = 2032;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y = -78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0FFCF-B40E-3453-3B94-DB1B57B6C0B5}"/>
              </a:ext>
            </a:extLst>
          </p:cNvPr>
          <p:cNvSpPr txBox="1"/>
          <p:nvPr/>
        </p:nvSpPr>
        <p:spPr>
          <a:xfrm>
            <a:off x="457200" y="526840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35434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55675-5F34-D31F-1A1B-E29B6EAE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36A6BFA-F317-AA1B-C1B1-FB253F391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E3E1B562-C350-279A-0154-D54487A19B6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07.initializing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F334951C-32CE-2375-7AF0-B01C7B7B8448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A87648E-5C03-CB72-24E8-8E234232A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C1D360-8824-96C0-C4D0-EAAE93E6F868}"/>
              </a:ext>
            </a:extLst>
          </p:cNvPr>
          <p:cNvSpPr txBox="1"/>
          <p:nvPr/>
        </p:nvSpPr>
        <p:spPr>
          <a:xfrm>
            <a:off x="6899787" y="3038484"/>
            <a:ext cx="3962400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Y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라는 변수가 저장 되어 있는 주소에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-78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 저장된다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B2B123-DFD3-38B2-DC46-85267B5D1689}"/>
              </a:ext>
            </a:extLst>
          </p:cNvPr>
          <p:cNvSpPr txBox="1"/>
          <p:nvPr/>
        </p:nvSpPr>
        <p:spPr>
          <a:xfrm>
            <a:off x="6934200" y="5290104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F81559-5937-321D-9F7B-00D1BB32230C}"/>
              </a:ext>
            </a:extLst>
          </p:cNvPr>
          <p:cNvSpPr txBox="1"/>
          <p:nvPr/>
        </p:nvSpPr>
        <p:spPr>
          <a:xfrm>
            <a:off x="762000" y="2899984"/>
            <a:ext cx="396240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x = 2032;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y = -78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EEAA7-931C-D523-D2E3-85A13BA6713E}"/>
              </a:ext>
            </a:extLst>
          </p:cNvPr>
          <p:cNvSpPr txBox="1"/>
          <p:nvPr/>
        </p:nvSpPr>
        <p:spPr>
          <a:xfrm>
            <a:off x="457200" y="5268407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863435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/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E8F14-BC08-1F62-EEAE-9B807F5ED341}"/>
              </a:ext>
            </a:extLst>
          </p:cNvPr>
          <p:cNvSpPr txBox="1"/>
          <p:nvPr/>
        </p:nvSpPr>
        <p:spPr>
          <a:xfrm>
            <a:off x="6934200" y="1628617"/>
            <a:ext cx="396240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  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   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init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: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	la x1, words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lw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s7, 8(x1)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loop: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            j loop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.align 4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.data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words: .word 0, 5, 3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F0FFF-D28F-131F-D4E6-9BB4F45BEA1E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94CAF-D747-D952-A9D2-9750AAD12631}"/>
              </a:ext>
            </a:extLst>
          </p:cNvPr>
          <p:cNvSpPr txBox="1"/>
          <p:nvPr/>
        </p:nvSpPr>
        <p:spPr>
          <a:xfrm>
            <a:off x="1295400" y="2433637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mem[3] = {0, 5, 3};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int a = 0;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a = mem[2];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while(1){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F370CE-2A79-DA0E-62C6-65D71A92F30D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201912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B4F88-A2F9-5EE8-386C-58F74A67A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DE944CE3-B4A6-CE71-0C33-D9F2140E1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4828224C-7A24-4709-5A89-0A118742755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10.reading_memory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5535A76B-0C8D-FE2A-50A5-A07AD428D286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C0C685-0109-79BE-C684-E92BA5BF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22343D-EC88-D2A3-8DF9-515032FDCA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93574" y="1805782"/>
            <a:ext cx="4868684" cy="35373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6EC5BB5-B261-81C9-0E88-8E5406F1FF8D}"/>
              </a:ext>
            </a:extLst>
          </p:cNvPr>
          <p:cNvSpPr txBox="1"/>
          <p:nvPr/>
        </p:nvSpPr>
        <p:spPr>
          <a:xfrm>
            <a:off x="4114800" y="574508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Dump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0914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E8980-FFEF-5345-F635-86CB40D85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0F3B81E-25B8-019C-208C-9F02A8302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D9D5CA0A-DC5D-F23E-3955-51ADD33F894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CDF5757-A262-D4E3-6658-DFF11A264656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774E068-366A-6E06-8B8F-0714571C2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F1892-C8B3-B0D6-014E-6CA4EA104B1B}"/>
              </a:ext>
            </a:extLst>
          </p:cNvPr>
          <p:cNvSpPr txBox="1"/>
          <p:nvPr/>
        </p:nvSpPr>
        <p:spPr>
          <a:xfrm>
            <a:off x="6916994" y="2908598"/>
            <a:ext cx="396240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스택 포인터를 사용해서 함수가 호출 될 때 사용할 변수 및 레지스터 값을 미리 확보함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C6FE3-9D4A-CF08-CF91-860E2C0E6B1D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3551F8-E1C3-E574-B514-0249569DF9C9}"/>
              </a:ext>
            </a:extLst>
          </p:cNvPr>
          <p:cNvSpPr txBox="1"/>
          <p:nvPr/>
        </p:nvSpPr>
        <p:spPr>
          <a:xfrm>
            <a:off x="1295400" y="2433637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mem[3] = {0, 5, 3};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int a = 0;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a = mem[2];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while(1){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ED98E-9920-6379-CA12-86D5658BC9B8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03389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EDD2-7447-9EED-2CA9-4AD7A6C0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895FED7-4B09-C8CD-E0D7-A34838D93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BC40CAFB-1E33-37BA-649F-236B984CBC5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6F035792-156A-DD2C-5C3F-9E9EDEA0AD59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9B5DDFA-49E3-988E-670D-64825FF6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675DF-B31F-D923-EB37-C294A3921DB7}"/>
              </a:ext>
            </a:extLst>
          </p:cNvPr>
          <p:cNvSpPr txBox="1"/>
          <p:nvPr/>
        </p:nvSpPr>
        <p:spPr>
          <a:xfrm>
            <a:off x="6916994" y="2908598"/>
            <a:ext cx="396240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라는 변수에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0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을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저장해야하니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x0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레지스터를 이용해서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특정레지스터에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저장됨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638CF-E2BF-E497-E32E-BEEC6095C2B1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E2E69-BF37-B5FB-6884-3806C0664037}"/>
              </a:ext>
            </a:extLst>
          </p:cNvPr>
          <p:cNvSpPr txBox="1"/>
          <p:nvPr/>
        </p:nvSpPr>
        <p:spPr>
          <a:xfrm>
            <a:off x="1295400" y="2433637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mem[3] = {0, 5, 3};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a = 0;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a = mem[2];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while(1){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23573-06FE-E163-7D19-BC646CA18F65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4385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9CD57-A672-BC24-B49C-79D9725AC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84F554B-9642-99E1-0037-CCF0ACA6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C70EEFC6-1959-A260-1C66-829BC9D5D0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 </a:t>
            </a:r>
            <a:r>
              <a:rPr lang="en-US" altLang="ko-KR" dirty="0" err="1">
                <a:ea typeface="굴림" panose="020B0600000101010101" pitchFamily="50" charset="-127"/>
              </a:rPr>
              <a:t>reading_memory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7FD372A-6BEF-6035-BD30-FCBA605F97FC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A7C67D-827D-F10C-5D42-4DE357A00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F90B7-6935-721E-C1B6-0418EFBBF7A1}"/>
              </a:ext>
            </a:extLst>
          </p:cNvPr>
          <p:cNvSpPr txBox="1"/>
          <p:nvPr/>
        </p:nvSpPr>
        <p:spPr>
          <a:xfrm>
            <a:off x="6916994" y="2908598"/>
            <a:ext cx="3962400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메모리의 주소를 찾기 위해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auipc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사용하며 주소를 찾고 그 주소가 위치해 있는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값이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저장되어야 함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앞서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a=0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실행할 때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지정한 레지스터에 값이 변함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AA9CFA-A44F-5699-0039-621797DD6DFD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8ED87-327D-34CF-05FE-6F313C956F54}"/>
              </a:ext>
            </a:extLst>
          </p:cNvPr>
          <p:cNvSpPr txBox="1"/>
          <p:nvPr/>
        </p:nvSpPr>
        <p:spPr>
          <a:xfrm>
            <a:off x="1295400" y="2433637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mem[3] = {0, 5, 3};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int a = 0;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 = mem[2];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while(1){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FB5B02-B7FE-5433-2D1A-875A941EE366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699016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A15-1864-2516-10B8-70EA6E7EB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55B291D-A2A9-1625-22B1-A70806F6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7A19BDED-C703-844F-A1A0-226C0ED33B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11. </a:t>
            </a:r>
            <a:r>
              <a:rPr lang="en-US" altLang="ko-KR" dirty="0" err="1">
                <a:ea typeface="굴림" panose="020B0600000101010101" pitchFamily="50" charset="-127"/>
              </a:rPr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5A7C9DD-519C-0CF3-28A5-53847B0567E2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565C2BE-A626-37A3-562C-E16B8C5B4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66839-7398-E786-F698-36B31187B6D1}"/>
              </a:ext>
            </a:extLst>
          </p:cNvPr>
          <p:cNvSpPr txBox="1"/>
          <p:nvPr/>
        </p:nvSpPr>
        <p:spPr>
          <a:xfrm>
            <a:off x="6934200" y="1628617"/>
            <a:ext cx="3962400" cy="39703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init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	la x1, words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	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t3, zero, 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	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t3, 8(x1)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loop: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	j loop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.align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.data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words: .word 0, 5, 3, 0, 0,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E31E6-0812-6345-F47F-BC1EC6C98FA0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3D7341-0F79-9C1E-E552-D0C159478E17}"/>
              </a:ext>
            </a:extLst>
          </p:cNvPr>
          <p:cNvSpPr txBox="1"/>
          <p:nvPr/>
        </p:nvSpPr>
        <p:spPr>
          <a:xfrm>
            <a:off x="1295400" y="2433637"/>
            <a:ext cx="3962400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int mem[6] = {0, 5, 3, 0, 0, 0};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int main(void)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mem[2] = 42;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 while(1){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}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4EBC8-E129-5463-432A-47BAACA2DB35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051767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C79E4-E6D9-7DA9-2E37-557299484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0F488DF-F9EE-6BA2-E11D-ECE87691B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C59A80A1-65DD-F355-9250-883DD768CB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10.writing_memory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35DED2E4-F46E-5B0D-9AB5-4277E20E4F7B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F68666B-BB85-D01F-9FDC-D13B04EC3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DAEBE4-960B-9E46-81EB-2E8856203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2187" y="2209800"/>
            <a:ext cx="6007626" cy="32062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C52F25D-8E3E-DBA3-A15C-FE6880AE8DC1}"/>
              </a:ext>
            </a:extLst>
          </p:cNvPr>
          <p:cNvSpPr txBox="1"/>
          <p:nvPr/>
        </p:nvSpPr>
        <p:spPr>
          <a:xfrm>
            <a:off x="4114800" y="574508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Dump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966782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5C8B9-2BB5-3D4E-AF46-1A4275058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3FDCE80-8F10-B07C-F203-31A1136E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05148074-5B22-2451-8C4A-61C7B434904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11. </a:t>
            </a:r>
            <a:r>
              <a:rPr lang="en-US" altLang="ko-KR" dirty="0" err="1">
                <a:ea typeface="굴림" panose="020B0600000101010101" pitchFamily="50" charset="-127"/>
              </a:rPr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FBD024A2-2A2A-2E24-BC3F-05E2279A3D01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9CDB8A-C99D-7F4B-4676-ED47FA45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856C1D-935C-C4C7-E700-9A6B2FFF0C56}"/>
              </a:ext>
            </a:extLst>
          </p:cNvPr>
          <p:cNvSpPr txBox="1"/>
          <p:nvPr/>
        </p:nvSpPr>
        <p:spPr>
          <a:xfrm>
            <a:off x="6781800" y="2899985"/>
            <a:ext cx="3962400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main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함수가 실행되는 부분이기 때문에 스택 포인터를 사용해 미리 공간을 확보한다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E848D8-6B9B-B785-B50F-7E11CBED6F9E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D1F92-2538-04A1-6E83-2F8487F9C883}"/>
              </a:ext>
            </a:extLst>
          </p:cNvPr>
          <p:cNvSpPr txBox="1"/>
          <p:nvPr/>
        </p:nvSpPr>
        <p:spPr>
          <a:xfrm>
            <a:off x="1295400" y="2433637"/>
            <a:ext cx="3962400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mem[6] = {0, 5, 3, 0, 0, 0};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mem[2] = 42;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while(1){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306690-1D3D-B91C-0E4B-D5C7417203E0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262300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E40B-9288-EB9F-5A5F-401E4CE4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AA32B3B5-3E8C-C4BD-5A35-8DCC6BB84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9DE7A4D5-3C6C-EAFC-0070-94376ECB34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11. </a:t>
            </a:r>
            <a:r>
              <a:rPr lang="en-US" altLang="ko-KR" dirty="0" err="1">
                <a:ea typeface="굴림" panose="020B0600000101010101" pitchFamily="50" charset="-127"/>
              </a:rPr>
              <a:t>writing_memory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352B6429-9A9C-7680-CB1C-80B07FE35BA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F1E84EC-E6FA-9B83-C55C-24728E58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6EACDE-6613-854B-8D0C-913467223D0A}"/>
              </a:ext>
            </a:extLst>
          </p:cNvPr>
          <p:cNvSpPr txBox="1"/>
          <p:nvPr/>
        </p:nvSpPr>
        <p:spPr>
          <a:xfrm>
            <a:off x="6781800" y="2433637"/>
            <a:ext cx="3962400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특정 레지스터에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상수값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42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를 저장함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Reading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memory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와 마찬가지로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auipc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 특정 레지스터에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mem[2]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의 주소가 저장됨 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Mem[2]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가 저장된 주소에 상수 값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42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적재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3D96CC-7B06-ADA8-D741-0E29FBC41903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86EAF0-4E26-5B39-5D01-5F3F1D20F9E1}"/>
              </a:ext>
            </a:extLst>
          </p:cNvPr>
          <p:cNvSpPr txBox="1"/>
          <p:nvPr/>
        </p:nvSpPr>
        <p:spPr>
          <a:xfrm>
            <a:off x="1295400" y="2433637"/>
            <a:ext cx="3962400" cy="230832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mem[6] = {0, 5, 3, 0, 0, 0};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mem[2] = 42;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while(1){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814F1-B87B-44AE-D4AC-EA9E777C3FB3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59376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F3416-71CE-B5B8-EFB7-59A9156C1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EEEE2B9C-1635-F3E4-8765-84CB9C952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E864052F-4461-E5A0-EF54-D2DE35AAFC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AB795255-CE10-ED3D-108B-5FCCE3E2E27A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F1D810B-EFA3-67EF-AA48-E7262D7F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DF3208-9639-2C19-18FA-13C6D46C63C0}"/>
              </a:ext>
            </a:extLst>
          </p:cNvPr>
          <p:cNvSpPr txBox="1"/>
          <p:nvPr/>
        </p:nvSpPr>
        <p:spPr>
          <a:xfrm>
            <a:off x="7162800" y="1905616"/>
            <a:ext cx="3962400" cy="36933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init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li s0,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li s1,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li s4,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bne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s0, s1, L1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s2, s3, s4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j L2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L1 : sub s0, s1, s4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L2 : j L2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16AB7-E9A1-3EC2-8EDE-02A3F4DC4FB2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5D39B5-97A9-9728-89C1-C453A5FC4872}"/>
              </a:ext>
            </a:extLst>
          </p:cNvPr>
          <p:cNvSpPr txBox="1"/>
          <p:nvPr/>
        </p:nvSpPr>
        <p:spPr>
          <a:xfrm>
            <a:off x="1600200" y="1769013"/>
            <a:ext cx="3962400" cy="36933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apples = 10;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oranges = 5;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h = 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g = 6;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f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if (apples == oranges)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f = g + h;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apples = oranges - h;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EE4394-79EA-42FA-DAC8-54EF54293B75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235322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A41C4-D753-71F6-D8FE-6AB78D2AE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CF09806-6857-57B3-263E-8EAB6BC2E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872F19CC-4BCD-CCCC-49CE-8E6F06F237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16.if_else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29EEE42D-745F-B2BB-E619-0570EBE49BDC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881F99F-C5E2-6F2A-A613-0A74D658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BD3BF9C-3052-5CB0-9642-AABE4582B3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0300" y="1842572"/>
            <a:ext cx="7391400" cy="3859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26E136-294A-BFE3-5747-45FD8EF459D5}"/>
              </a:ext>
            </a:extLst>
          </p:cNvPr>
          <p:cNvSpPr txBox="1"/>
          <p:nvPr/>
        </p:nvSpPr>
        <p:spPr>
          <a:xfrm>
            <a:off x="4114800" y="574508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Dump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36612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A62A-1CF3-FDB9-4C08-ADCC0954C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2242FBC-17A6-3480-5526-4469460C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BA55F590-2D53-C973-1047-0E33D3F108A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17BF0FF2-DBC0-5247-6F45-721EE5B4E670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A79D62-61DD-E3F5-C864-AFE49B4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55B6E9-3363-18BD-D1BD-E97E8D31B709}"/>
              </a:ext>
            </a:extLst>
          </p:cNvPr>
          <p:cNvSpPr txBox="1"/>
          <p:nvPr/>
        </p:nvSpPr>
        <p:spPr>
          <a:xfrm>
            <a:off x="7162800" y="2551837"/>
            <a:ext cx="3962400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Li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명령어를 통해서 레지스터에 상수 값을 바로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load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main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함수가 시작 될 때 만들어진 스택의 특정 위치에 레지스터에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들어가있는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값을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store 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한다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29E87-30E2-ED4A-A407-E25439CC8499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236CA-9D1F-749E-826E-3906B7063629}"/>
              </a:ext>
            </a:extLst>
          </p:cNvPr>
          <p:cNvSpPr txBox="1"/>
          <p:nvPr/>
        </p:nvSpPr>
        <p:spPr>
          <a:xfrm>
            <a:off x="1600200" y="1769013"/>
            <a:ext cx="3962400" cy="36933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apples = 10;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oranges = 5;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h = 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g = 6;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f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if (apples == oranges)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f = g + h;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apples = oranges - h;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29600-50FE-53DE-7DA8-BEF277A88857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362209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7759C-0DFB-89EF-99FE-25E0F0083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6740688-B8AC-5884-070C-7B2171647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8B6A3DFF-62B6-B4FB-C539-5EEE65C2FB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80C6AD96-BAED-01AD-BC34-BEADDA1053A7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0AA3427-2EF8-C0A9-878E-5B4D6A70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3058F-5EF7-6872-6358-C46E304432C3}"/>
              </a:ext>
            </a:extLst>
          </p:cNvPr>
          <p:cNvSpPr txBox="1"/>
          <p:nvPr/>
        </p:nvSpPr>
        <p:spPr>
          <a:xfrm>
            <a:off x="7162800" y="2551837"/>
            <a:ext cx="3962400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브랜치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명령어를 통해서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apples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oranges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의 값을 비교하고 결과에 따라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 = g+ h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문을 실행  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이 경우 레지스터는 스택에 저장되어 있던 값을 가져온다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60C142-1554-C2E4-464D-997BC3FD1042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922EB0-5FDF-22B2-AC00-2AEB121FCA6C}"/>
              </a:ext>
            </a:extLst>
          </p:cNvPr>
          <p:cNvSpPr txBox="1"/>
          <p:nvPr/>
        </p:nvSpPr>
        <p:spPr>
          <a:xfrm>
            <a:off x="1600200" y="1769013"/>
            <a:ext cx="3962400" cy="36933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apples = 10;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oranges = 5;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h = 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g = 6;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f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if (apples == oranges)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 = g + h;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apples = oranges - h;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}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8EA3D0-EE70-3E40-7D7F-952C3398C193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3520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5319-09C9-1D50-F7A0-DF569A5F9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ED48775-F62D-FB24-C8F7-E9D24627C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A5155BA4-C31C-30CC-22DD-E8C4958E1C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16. </a:t>
            </a:r>
            <a:r>
              <a:rPr lang="en-US" altLang="ko-KR" dirty="0" err="1">
                <a:ea typeface="굴림" panose="020B0600000101010101" pitchFamily="50" charset="-127"/>
              </a:rPr>
              <a:t>if_else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36F36DA0-532C-B695-1E6E-F52C3662B77A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401F562-ACBB-DA13-E06C-AE815AAAB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1F31A-3D7C-5346-D9A1-D0E93D9585A5}"/>
              </a:ext>
            </a:extLst>
          </p:cNvPr>
          <p:cNvSpPr txBox="1"/>
          <p:nvPr/>
        </p:nvSpPr>
        <p:spPr>
          <a:xfrm>
            <a:off x="7162800" y="2551837"/>
            <a:ext cx="3962400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브랜치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명령어를 통해서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apples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oranges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의 값을 비교하고 결과에 따라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apples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=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orange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-h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문을 실행  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이 경우 레지스터는 스택에 저장되어 있던 값을 가져온다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BAABA-089D-ED8A-F483-C34BD0B05B77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561251-791D-50BA-2386-7900EB01838E}"/>
              </a:ext>
            </a:extLst>
          </p:cNvPr>
          <p:cNvSpPr txBox="1"/>
          <p:nvPr/>
        </p:nvSpPr>
        <p:spPr>
          <a:xfrm>
            <a:off x="1600200" y="1769013"/>
            <a:ext cx="3962400" cy="36933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apples = 10;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oranges = 5;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h = 3;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g = 6;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f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if (apples == oranges)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f = g + h;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else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 apples = oranges - h;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7687A-EF3B-45DD-E5A5-160DFCCC193A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483670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7C01D-5645-4A33-ADE8-F482FB724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75319C3-2BA1-8FCC-E3A9-BC67C2B0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33A22313-2231-169F-02F7-700D243425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 for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5FB69FD4-D050-05D1-F2E4-03CFE664582A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AF9CF8-D025-33FF-D4E4-F12631C6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655CE-3EED-A2DF-BDA1-838FFDD96DA4}"/>
              </a:ext>
            </a:extLst>
          </p:cNvPr>
          <p:cNvSpPr txBox="1"/>
          <p:nvPr/>
        </p:nvSpPr>
        <p:spPr>
          <a:xfrm>
            <a:off x="7239000" y="2274501"/>
            <a:ext cx="3962400" cy="31393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s1, zero, 0 #s1 = sum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s0, zero, 0 #s0 =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t0, zero,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for: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bge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s0, t0, 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s1, s1, s0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s0, s0,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j for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done: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543432-B4F9-D1D2-3DB8-AD81457B2ACA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D81E2-487D-443C-DF06-2B09168360E2}"/>
              </a:ext>
            </a:extLst>
          </p:cNvPr>
          <p:cNvSpPr txBox="1"/>
          <p:nvPr/>
        </p:nvSpPr>
        <p:spPr>
          <a:xfrm>
            <a:off x="1477264" y="2413001"/>
            <a:ext cx="3962400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sum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i;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for (i = 0; i &lt; 10; i = i + 1)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sum = sum + i;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C494E-B1D9-6C7E-94BB-F8097DED2FD7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897484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BDEE8-62E1-31A0-5C68-C96B1770F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A734B38-0D72-8731-928B-F5D0A17EF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CE3387CC-7569-A199-9F86-477D0D1FA0C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20.for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FB069254-2FFC-42B4-7C4F-BDBFC15BF34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FCB306-CB34-8F54-93ED-1E434EA6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B47C0B-1A32-44D9-1E11-D3D9A73D3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8000" y="1600200"/>
            <a:ext cx="6172199" cy="41023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81BAAE-2934-1529-CFCE-FAFB4085DCE2}"/>
              </a:ext>
            </a:extLst>
          </p:cNvPr>
          <p:cNvSpPr txBox="1"/>
          <p:nvPr/>
        </p:nvSpPr>
        <p:spPr>
          <a:xfrm>
            <a:off x="4114800" y="574508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Dump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597040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1D7DE-A4FC-1D0D-8B7C-3E7DC3FF2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C70FE8C-8633-1D1D-FEAF-C0111660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17B36785-B58B-0885-0F56-B9EC3FA85B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 for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204D2CAC-D0D9-5551-D634-42B22E4D793E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404CE0-E91F-DBE5-17EB-5926EE6F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349A1-9755-E17E-0321-13250D3B9F36}"/>
              </a:ext>
            </a:extLst>
          </p:cNvPr>
          <p:cNvSpPr txBox="1"/>
          <p:nvPr/>
        </p:nvSpPr>
        <p:spPr>
          <a:xfrm>
            <a:off x="7086600" y="3243997"/>
            <a:ext cx="3962400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Sum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는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x0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레지스터를 통해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0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으로 초기화 되고 그 값은 메인 함수가 시작될 때 만들어진 스택에 특정 위치에 저장된다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2EDA5-CA45-B05B-A36F-7F6F2BF7801F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83248-10E1-C2D0-1F7B-080A162CE038}"/>
              </a:ext>
            </a:extLst>
          </p:cNvPr>
          <p:cNvSpPr txBox="1"/>
          <p:nvPr/>
        </p:nvSpPr>
        <p:spPr>
          <a:xfrm>
            <a:off x="1477264" y="2413001"/>
            <a:ext cx="3962400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sum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i;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for (i = 0; i &lt; 10; i = i + 1)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sum = sum + i;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EAA198-9B9D-3EC9-24E4-7F6A557BD425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913348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C62EE-EBD6-DCF4-58BC-F81CC63E2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34B0F0E-C985-2231-5E08-5B4A7D92A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F0F5B114-6454-4532-89F2-3BE53A5D350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20. for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650B3161-F714-E611-495F-BD28FFA25207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ECFCF5C-6B4E-D37C-B830-0D1F5FF5F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0A2B5D-2859-937A-71E6-20752F9BD17C}"/>
              </a:ext>
            </a:extLst>
          </p:cNvPr>
          <p:cNvSpPr txBox="1"/>
          <p:nvPr/>
        </p:nvSpPr>
        <p:spPr>
          <a:xfrm>
            <a:off x="6934200" y="2105006"/>
            <a:ext cx="3962400" cy="369331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Lw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명령어를 통해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sum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값과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값이 저장된 레지스터의 값을 불러오고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sum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과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더한 연산은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sum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저장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그후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sw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sum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값을 스택의 특정 위치에 저장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lw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통해서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다시 불러옴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Addi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통해서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상수값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1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을 더한 값을 다시 저장</a:t>
            </a:r>
            <a:endParaRPr lang="en-US" altLang="ko-KR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Li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 </a:t>
            </a:r>
            <a:r>
              <a:rPr lang="en-US" altLang="ko-KR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값이 들어있는 레지스터에 </a:t>
            </a:r>
            <a:r>
              <a:rPr lang="ko-KR" altLang="en-US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상수값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9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불러온 후 비교연산을 통해 반복 </a:t>
            </a: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or </a:t>
            </a:r>
            <a:r>
              <a:rPr lang="ko-KR" altLang="en-US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루프 탈출 선택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DE103-5D51-BB87-0E28-60DAE42FA18F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A00656-0963-5A9F-662E-A9FD0FEA3D7C}"/>
              </a:ext>
            </a:extLst>
          </p:cNvPr>
          <p:cNvSpPr txBox="1"/>
          <p:nvPr/>
        </p:nvSpPr>
        <p:spPr>
          <a:xfrm>
            <a:off x="1477264" y="2413001"/>
            <a:ext cx="3962400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sum = 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i;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for (i = 0; i &lt; 10; i = i + 1)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sum = sum + i;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A1A8A2-1699-4E84-F29D-7DCA330B6772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48310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ECB06-880D-FDE1-2836-4C360C601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CDC3841-5C6E-BE4A-CC44-F4C357F47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2B99E8E5-B038-D771-3E40-72804D9BAE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2674C8F6-8DD8-0183-5334-9D14794B61DB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7C39A1A-0517-2CD6-9017-FDD374144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036150-BDB6-1D33-A57C-AC78F55F3E46}"/>
              </a:ext>
            </a:extLst>
          </p:cNvPr>
          <p:cNvSpPr txBox="1"/>
          <p:nvPr/>
        </p:nvSpPr>
        <p:spPr>
          <a:xfrm>
            <a:off x="6133461" y="1474808"/>
            <a:ext cx="5563878" cy="42473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init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la s0, words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s1, zero, 0 #i = 0                                   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t2, zero, 10 #t2 =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for: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bge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s1, t2, done # if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&gt;= 10 then 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slli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t0, s1, 2 #t0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* 4(address)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t0, t0, s0 #address of array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t1, 0(t0) #t1 = scores[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t1, t1, 10 #t1 = scores[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] + 10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t1, 0(t0) #scores[i] = t1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s1, s1, 1 #i =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+ 1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j for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done: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/>
              <a:t>.align 4 .data words: .word 1, 2, 3, 4, 5, 6, 7, 8, 9, 10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B4A35-C032-543D-3242-CFAC73C88A09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AC52F-D235-F1FB-B91C-D5864028214F}"/>
              </a:ext>
            </a:extLst>
          </p:cNvPr>
          <p:cNvSpPr txBox="1"/>
          <p:nvPr/>
        </p:nvSpPr>
        <p:spPr>
          <a:xfrm>
            <a:off x="1477264" y="2413001"/>
            <a:ext cx="3962400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scores[10] = {1, 2, 3, 4, 5, 6, 7, 8, 9, 10};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i;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for (i = 0; i &lt; 10; i = i + 1)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scores[i] = scores[i] + 10;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0DEFB-AF6E-12AE-9A77-BF962E529B97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5500588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4F31A-961E-0034-82FC-B3D7E3DE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CC706CF6-4378-8F05-AAC8-4C40E703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3883403E-DF2B-8C5E-B7E0-F9D5D327E62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21.for_array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FFC90571-AC4B-77E9-9BE6-0F1A4DE9E523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155BB4-0161-A1A7-3910-81E481424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5187BB8-36B5-5357-E7C1-39043B80C3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71800" y="1600200"/>
            <a:ext cx="6477001" cy="41023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C5C29B-0DDD-F466-FE7B-9D2AA4C03B8F}"/>
              </a:ext>
            </a:extLst>
          </p:cNvPr>
          <p:cNvSpPr txBox="1"/>
          <p:nvPr/>
        </p:nvSpPr>
        <p:spPr>
          <a:xfrm>
            <a:off x="4114800" y="574508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Dump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525667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724B8-0705-D9D1-FA30-BE7143F50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3604A4B4-8963-0EFB-C235-D117DF7EB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0CE9F78A-1401-8CC3-B134-638625EAAA1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75B9745-2D51-777C-27D4-86B8083C4213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39737FE-573D-133D-4BC9-78320639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086CF-EFDD-443E-3DDA-850E7C9A8363}"/>
              </a:ext>
            </a:extLst>
          </p:cNvPr>
          <p:cNvSpPr txBox="1"/>
          <p:nvPr/>
        </p:nvSpPr>
        <p:spPr>
          <a:xfrm>
            <a:off x="6609408" y="3200985"/>
            <a:ext cx="4915539" cy="107721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변수 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I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를 초기화 하는 레지스터와 </a:t>
            </a:r>
            <a:r>
              <a:rPr lang="en-US" altLang="ko-KR" sz="1600" dirty="0" err="1">
                <a:solidFill>
                  <a:prstClr val="black"/>
                </a:solidFill>
                <a:latin typeface="+mn-ea"/>
              </a:rPr>
              <a:t>i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가 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10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보다 작은 조건에서 </a:t>
            </a:r>
            <a:r>
              <a:rPr lang="en-US" altLang="ko-KR" sz="1600" dirty="0">
                <a:solidFill>
                  <a:prstClr val="black"/>
                </a:solidFill>
                <a:latin typeface="+mn-ea"/>
              </a:rPr>
              <a:t>10 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이라는 수를 저장하는 레지스터가 동작</a:t>
            </a:r>
            <a:endParaRPr lang="en-US" altLang="ko-KR" sz="1600" dirty="0">
              <a:solidFill>
                <a:prstClr val="black"/>
              </a:solidFill>
              <a:latin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또한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브랜치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명렁어를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통해서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와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10</a:t>
            </a: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의 값을 비교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34BC8B-EE3E-DD05-340D-7A5FD340C1FB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E99DE-27A2-D7F3-749F-B93484BC03A8}"/>
              </a:ext>
            </a:extLst>
          </p:cNvPr>
          <p:cNvSpPr txBox="1"/>
          <p:nvPr/>
        </p:nvSpPr>
        <p:spPr>
          <a:xfrm>
            <a:off x="1477264" y="2413001"/>
            <a:ext cx="3962400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scores[10] = {1, 2, 3, 4, 5, 6, 7, 8, 9, 10};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i;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for (i = 0; i &lt; 10; i = i + 1) </a:t>
            </a: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scores[i] = scores[i] + 10;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CE64F-1751-431C-7EBB-D4924A28F4C0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16198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1DBD0-2955-CB5C-A713-83DB671D5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39A732F-A004-7C69-D0F2-5700AC74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3E310EFE-31B0-874F-8554-84C410AFF17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21. </a:t>
            </a:r>
            <a:r>
              <a:rPr lang="en-US" altLang="ko-KR" dirty="0" err="1">
                <a:ea typeface="굴림" panose="020B0600000101010101" pitchFamily="50" charset="-127"/>
              </a:rPr>
              <a:t>for_array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1B771ED-F549-CB78-B955-69811CFC063A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9E56B4-E16D-77DE-AB97-0CA94180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44EC6-4C07-6860-263F-2A9B33941A46}"/>
              </a:ext>
            </a:extLst>
          </p:cNvPr>
          <p:cNvSpPr txBox="1"/>
          <p:nvPr/>
        </p:nvSpPr>
        <p:spPr>
          <a:xfrm>
            <a:off x="6609408" y="3200985"/>
            <a:ext cx="4915539" cy="132343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Lw.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score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배열에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저장되어있는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값을 레지스터에 불러오고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명령어를 통해 레지스터 값에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10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더해줌</a:t>
            </a:r>
            <a:endParaRPr lang="en-US" altLang="ko-KR" sz="160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 후 </a:t>
            </a:r>
            <a:r>
              <a:rPr kumimoji="0" lang="en-US" altLang="ko-K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명령어를 통해서 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score </a:t>
            </a:r>
            <a:r>
              <a:rPr lang="ko-KR" altLang="en-US" sz="16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배열에 다시 적재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72928-C1DF-6DB9-68D6-140468FCCEC2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15B926-147C-511F-1483-22A340472099}"/>
              </a:ext>
            </a:extLst>
          </p:cNvPr>
          <p:cNvSpPr txBox="1"/>
          <p:nvPr/>
        </p:nvSpPr>
        <p:spPr>
          <a:xfrm>
            <a:off x="1477264" y="2413001"/>
            <a:ext cx="3962400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scores[10] = {1, 2, 3, 4, 5, 6, 7, 8, 9, 10};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i;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for (i = 0; i &lt; 10; i = i + 1)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scores[i] = scores[i] + 10;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A56AB2-6CF6-E4A8-4821-87D00322923A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988680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F7407-CC8B-A261-A89E-FF2C9122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B499F54-2E9C-4136-3E75-F0CBB04FB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555B3516-6593-3A18-53B0-48761B004D7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22. </a:t>
            </a:r>
            <a:r>
              <a:rPr lang="en-US" altLang="ko-KR" dirty="0" err="1">
                <a:ea typeface="굴림" panose="020B0600000101010101" pitchFamily="50" charset="-127"/>
              </a:rPr>
              <a:t>simple_function_call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96F4F71-7C7E-DD9E-060F-B977A9883CC0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9E9CD67-DA64-B95B-A16A-F5ECF8DC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37E33-4F80-C236-F89F-617D74434325}"/>
              </a:ext>
            </a:extLst>
          </p:cNvPr>
          <p:cNvSpPr txBox="1"/>
          <p:nvPr/>
        </p:nvSpPr>
        <p:spPr>
          <a:xfrm>
            <a:off x="7239000" y="2727526"/>
            <a:ext cx="3352800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jal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simple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simple :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jr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ra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7D89E0-4854-1E36-DB06-910CBA137BD4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7EF29-FE95-25EE-CF4E-775B6E2F5C1D}"/>
              </a:ext>
            </a:extLst>
          </p:cNvPr>
          <p:cNvSpPr txBox="1"/>
          <p:nvPr/>
        </p:nvSpPr>
        <p:spPr>
          <a:xfrm>
            <a:off x="1477264" y="2413001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simple();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void simple()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7B741F-3F4F-29E0-5AAA-4AB60B3C2F5F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79422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35D03-CA21-99F6-8B40-0D9778DE6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FF063864-3028-9EEB-3B61-462466384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425A3805-0F7A-2431-FAA8-07BC555659F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22.simple_function_call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B6B9075-0368-8CE8-4001-E7D90E505D40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14237AA-2D3C-F84D-5CD4-69B08EDE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4F4F76-CE33-412B-A489-73B8C809F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0400" y="1677161"/>
            <a:ext cx="6173508" cy="41023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7F640E-ABC4-D492-859E-5CB0D9C4C29C}"/>
              </a:ext>
            </a:extLst>
          </p:cNvPr>
          <p:cNvSpPr txBox="1"/>
          <p:nvPr/>
        </p:nvSpPr>
        <p:spPr>
          <a:xfrm>
            <a:off x="4114800" y="574508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Dump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836127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D5A18-C215-EDC6-1A7E-F98F2BCC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73AB5E0-F5BE-05F4-2D39-9AC51EB5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28046BDD-B864-BF22-2DBD-543551FFED4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22. </a:t>
            </a:r>
            <a:r>
              <a:rPr lang="en-US" altLang="ko-KR" dirty="0" err="1">
                <a:ea typeface="굴림" panose="020B0600000101010101" pitchFamily="50" charset="-127"/>
              </a:rPr>
              <a:t>simple_function_call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B52DB62C-68C9-99D8-8313-020F19B7478E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ABE00F5-4589-4FE4-0491-CEB6FFD89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DB2DD3-49F5-1761-7089-5C53ACA51881}"/>
              </a:ext>
            </a:extLst>
          </p:cNvPr>
          <p:cNvSpPr txBox="1"/>
          <p:nvPr/>
        </p:nvSpPr>
        <p:spPr>
          <a:xfrm>
            <a:off x="7057136" y="3228609"/>
            <a:ext cx="3657600" cy="9541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다른 코드 없이 함수를 호출하는 코드만 있기 때문에 </a:t>
            </a:r>
            <a:r>
              <a:rPr lang="en-US" altLang="ko-KR" sz="1400" dirty="0" err="1">
                <a:solidFill>
                  <a:prstClr val="black"/>
                </a:solidFill>
                <a:latin typeface="+mn-ea"/>
              </a:rPr>
              <a:t>addi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와 </a:t>
            </a:r>
            <a:r>
              <a:rPr lang="en-US" altLang="ko-KR" sz="1400" dirty="0" err="1">
                <a:solidFill>
                  <a:prstClr val="black"/>
                </a:solidFill>
                <a:latin typeface="+mn-ea"/>
              </a:rPr>
              <a:t>sw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명령어를 통해서 공간을 만들어주고 </a:t>
            </a:r>
            <a:r>
              <a:rPr lang="en-US" altLang="ko-KR" sz="1400" dirty="0" err="1">
                <a:solidFill>
                  <a:prstClr val="black"/>
                </a:solidFill>
                <a:latin typeface="+mn-ea"/>
              </a:rPr>
              <a:t>jal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명령어를 통해서 바로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 simple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함수로 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jump </a:t>
            </a:r>
            <a:r>
              <a:rPr lang="ko-KR" altLang="en-US" sz="1400" dirty="0" err="1">
                <a:solidFill>
                  <a:prstClr val="black"/>
                </a:solidFill>
                <a:latin typeface="+mn-ea"/>
              </a:rPr>
              <a:t>해줌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0A2A06-8E5B-45BE-C4D9-58E395D71742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A4BB80-AADE-85C5-DB3C-2427B4B52BB2}"/>
              </a:ext>
            </a:extLst>
          </p:cNvPr>
          <p:cNvSpPr txBox="1"/>
          <p:nvPr/>
        </p:nvSpPr>
        <p:spPr>
          <a:xfrm>
            <a:off x="1477264" y="2413001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simple();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void simple()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AE7315-E019-4962-8BD3-4F7CF32E13FF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92108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9A61-9B17-457C-F118-2374E52B7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98E569C-FB60-C924-9E9D-EDFFD001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286F19BA-C811-97C2-564E-B3699762E2D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22. </a:t>
            </a:r>
            <a:r>
              <a:rPr lang="en-US" altLang="ko-KR" dirty="0" err="1">
                <a:ea typeface="굴림" panose="020B0600000101010101" pitchFamily="50" charset="-127"/>
              </a:rPr>
              <a:t>simple_function_call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328BFCAD-E66D-59DE-8D0A-E33405EA15A9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99E440-DA63-BA50-2634-D0BD2873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A3FD9A-A2BB-6655-AB32-7EFF8F5CD9E6}"/>
              </a:ext>
            </a:extLst>
          </p:cNvPr>
          <p:cNvSpPr txBox="1"/>
          <p:nvPr/>
        </p:nvSpPr>
        <p:spPr>
          <a:xfrm>
            <a:off x="7057136" y="3228609"/>
            <a:ext cx="3657600" cy="11695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Simple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함수 안에도 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return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을 제외하면 </a:t>
            </a:r>
            <a:r>
              <a:rPr lang="ko-KR" altLang="en-US" sz="1400" dirty="0" err="1">
                <a:solidFill>
                  <a:prstClr val="black"/>
                </a:solidFill>
                <a:latin typeface="+mn-ea"/>
              </a:rPr>
              <a:t>아무코드도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 없기 때문에 </a:t>
            </a:r>
            <a:r>
              <a:rPr lang="en-US" altLang="ko-KR" sz="1400" dirty="0" err="1">
                <a:solidFill>
                  <a:prstClr val="black"/>
                </a:solidFill>
                <a:latin typeface="+mn-ea"/>
              </a:rPr>
              <a:t>addi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와 </a:t>
            </a:r>
            <a:r>
              <a:rPr lang="en-US" altLang="ko-KR" sz="1400" dirty="0" err="1">
                <a:solidFill>
                  <a:prstClr val="black"/>
                </a:solidFill>
                <a:latin typeface="+mn-ea"/>
              </a:rPr>
              <a:t>sw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명령어를 이용해 공간을 만들어주고 </a:t>
            </a:r>
            <a:r>
              <a:rPr lang="en-US" altLang="ko-KR" sz="1400" dirty="0" err="1">
                <a:solidFill>
                  <a:prstClr val="black"/>
                </a:solidFill>
                <a:latin typeface="+mn-ea"/>
              </a:rPr>
              <a:t>jalr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명령어를 통해서 </a:t>
            </a:r>
            <a:r>
              <a:rPr lang="en-US" altLang="ko-KR" sz="1400" dirty="0" err="1">
                <a:solidFill>
                  <a:prstClr val="black"/>
                </a:solidFill>
                <a:latin typeface="+mn-ea"/>
              </a:rPr>
              <a:t>jal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에서 저장된 주소로 </a:t>
            </a:r>
            <a:r>
              <a:rPr lang="ko-KR" altLang="en-US" sz="1400" dirty="0" err="1">
                <a:solidFill>
                  <a:prstClr val="black"/>
                </a:solidFill>
                <a:latin typeface="+mn-ea"/>
              </a:rPr>
              <a:t>돌아감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217222-AD22-DA6B-3E08-B44FBD007883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84F23-BBA3-C61D-BADE-00FE2A372B86}"/>
              </a:ext>
            </a:extLst>
          </p:cNvPr>
          <p:cNvSpPr txBox="1"/>
          <p:nvPr/>
        </p:nvSpPr>
        <p:spPr>
          <a:xfrm>
            <a:off x="1477264" y="2413001"/>
            <a:ext cx="3962400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simple();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void simple()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return;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9614B0-CE95-B333-322B-F031872BC25E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811209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6E8C-3F19-0B38-923A-EA0852F07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36BB145-3B3E-CE29-6B85-C933CC65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AC41A6E0-358A-11C8-20F7-3AEDDB350B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5F2BFB2A-3C49-58A9-1FB5-D5971ED0C174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936A61-0592-7812-6373-FB0A67A1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B3164-CC22-0978-C081-911C6D0D452C}"/>
              </a:ext>
            </a:extLst>
          </p:cNvPr>
          <p:cNvSpPr txBox="1"/>
          <p:nvPr/>
        </p:nvSpPr>
        <p:spPr>
          <a:xfrm>
            <a:off x="7696200" y="1288758"/>
            <a:ext cx="2713737" cy="452431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a0, zero,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a1, zero,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a2, zero,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a3, zero,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jal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s7, a0, zero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t0, a0, a1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t1, a2, a3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sub s3, t0, t1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a0, s3, zero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jr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ra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5C7FC9-F34B-5BFB-A1CF-D54D651A3220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63480-C80F-2A76-0EB4-51EA8AF6022A}"/>
              </a:ext>
            </a:extLst>
          </p:cNvPr>
          <p:cNvSpPr txBox="1"/>
          <p:nvPr/>
        </p:nvSpPr>
        <p:spPr>
          <a:xfrm>
            <a:off x="1477264" y="2413001"/>
            <a:ext cx="3962400" cy="3416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y;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y =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9C3383-3E7B-7A47-1BA0-425BF2254DFE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7793403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DC72D-508E-1546-9824-D3D5CDD3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8138BD4-4861-4A58-1D82-8CDC84A3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8C95B365-DE5D-5773-46DA-24F091A77DF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23.function_call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42667B1C-07D2-D7EF-B260-55BB4F2922C8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538B42-FA9A-B075-FF8F-8E1CFB055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B3020BA-57FC-5078-B4A6-3A374440C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7383" y="1703946"/>
            <a:ext cx="4142161" cy="40616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7BDB1-C552-518D-69AB-1838E809D498}"/>
              </a:ext>
            </a:extLst>
          </p:cNvPr>
          <p:cNvSpPr txBox="1"/>
          <p:nvPr/>
        </p:nvSpPr>
        <p:spPr>
          <a:xfrm>
            <a:off x="4114800" y="574508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Dump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2B4772-B0EF-EB21-B1A0-D0B3F3A33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2114" y="2578262"/>
            <a:ext cx="4810796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4613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C2AD-8BF1-82CB-2821-A235689F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6906130-88D8-4AE0-ABCD-4ECF80918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A013094-4108-2AF3-5B42-F250FF04594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C6DCF5D9-646A-F5D3-F85D-7CA2FD553EF9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E72B1A-438B-C45D-D305-D9425FFF0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1C6BE-BE5B-8018-C94A-57B041106C5D}"/>
              </a:ext>
            </a:extLst>
          </p:cNvPr>
          <p:cNvSpPr txBox="1"/>
          <p:nvPr/>
        </p:nvSpPr>
        <p:spPr>
          <a:xfrm>
            <a:off x="7020215" y="3647205"/>
            <a:ext cx="3871469" cy="7386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와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명령어를 통해서 공간을 만들어 준 다음 변수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f,g,h,I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에 사용될 레지스터의 주소의 위치를 정해준다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4B350B-D523-62C1-D1A0-4AC527B25B14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cooment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4428E-CAD8-0894-4A02-F93B23C9736E}"/>
              </a:ext>
            </a:extLst>
          </p:cNvPr>
          <p:cNvSpPr txBox="1"/>
          <p:nvPr/>
        </p:nvSpPr>
        <p:spPr>
          <a:xfrm>
            <a:off x="1477264" y="2413001"/>
            <a:ext cx="3962400" cy="3416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y;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y =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EB18E-C140-CB8A-3648-1151045B43E0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06151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42514-13F9-D31D-28A9-A96D3E167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7D7BDD7-D841-E6DD-8E4A-6622FDF7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048C769C-072D-274C-0476-9C5A30B84A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0B3C3BAB-5163-676A-F145-719294109B2B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F096C2-5DB8-CAC3-9C45-10FAC075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53FE33-193E-C933-F59A-298551DABCF0}"/>
              </a:ext>
            </a:extLst>
          </p:cNvPr>
          <p:cNvSpPr txBox="1"/>
          <p:nvPr/>
        </p:nvSpPr>
        <p:spPr>
          <a:xfrm>
            <a:off x="7025131" y="3386126"/>
            <a:ext cx="3871469" cy="138499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Lw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명령어를 통해서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f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와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g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불러온 다음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add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통해서 더해주고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h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와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I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도 마찬가지로 불러와서 더해준다</a:t>
            </a:r>
            <a:endParaRPr lang="en-US" altLang="ko-KR" sz="1400" dirty="0">
              <a:solidFill>
                <a:prstClr val="black"/>
              </a:solidFill>
              <a:latin typeface="Gill Sans MT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를 통해서 저장된 레지스터를 다시 불러와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sub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함수를 통해서 두 수를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빼준다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7E5267-26A9-7320-A61D-B03AF8781F68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cooment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EC175-490E-8DE7-FE05-84C09EC27589}"/>
              </a:ext>
            </a:extLst>
          </p:cNvPr>
          <p:cNvSpPr txBox="1"/>
          <p:nvPr/>
        </p:nvSpPr>
        <p:spPr>
          <a:xfrm>
            <a:off x="1477264" y="2413001"/>
            <a:ext cx="3962400" cy="3416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y;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y =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3EED72-C02A-E762-55F4-4732B361826E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39228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E0E93-0D94-1798-6186-32972A5C0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62F4BCB-4870-1511-C650-31F2526AD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33434E47-228F-9568-7D0D-17CA36A687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23. </a:t>
            </a:r>
            <a:r>
              <a:rPr lang="en-US" altLang="ko-KR" dirty="0" err="1">
                <a:ea typeface="굴림" panose="020B0600000101010101" pitchFamily="50" charset="-127"/>
              </a:rPr>
              <a:t>function_call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39C36447-46E4-64B5-7DFD-21E720E9C23E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4C11D4F-DCC4-E5E7-42D0-D283D3E84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AAB02A-2494-7062-C06A-8448E2160206}"/>
              </a:ext>
            </a:extLst>
          </p:cNvPr>
          <p:cNvSpPr txBox="1"/>
          <p:nvPr/>
        </p:nvSpPr>
        <p:spPr>
          <a:xfrm>
            <a:off x="7025131" y="3386126"/>
            <a:ext cx="3871469" cy="95410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Li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명령어를 통해서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diffofsums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함수에서 사용할 변수들을 저장할 레지스터에  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2,3,4,5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를 저장한다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함수를 만나면 </a:t>
            </a:r>
            <a:r>
              <a:rPr lang="en-US" altLang="ko-KR" sz="1400" dirty="0" err="1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jal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명령어를 통해서 함수로 점프 하게 된다</a:t>
            </a:r>
            <a:r>
              <a:rPr lang="en-US" altLang="ko-KR" sz="1400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.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968E9-5FEA-F4EC-D62D-E9AD60A8A23F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cooment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C15E4-36DB-0762-0353-E71D63B43D47}"/>
              </a:ext>
            </a:extLst>
          </p:cNvPr>
          <p:cNvSpPr txBox="1"/>
          <p:nvPr/>
        </p:nvSpPr>
        <p:spPr>
          <a:xfrm>
            <a:off x="1477264" y="2413001"/>
            <a:ext cx="3962400" cy="34163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y;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y =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4FAD26-5761-3B88-5E47-AEF7FB18EBDF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134935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5373-3B3E-D954-F412-CA7B2C461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EE38109-56A4-8C15-F31D-2A70FB97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6F518971-022A-65B8-A52D-C8AF40CFAAC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24_25_26.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0E53C13-EDAC-787F-A1C2-2B46E5B7577D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FB4FCE0-1DE7-1C87-12D5-29C8FE7B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C520A-6A1B-C94A-4097-D4FB5BCA1B2F}"/>
              </a:ext>
            </a:extLst>
          </p:cNvPr>
          <p:cNvSpPr txBox="1"/>
          <p:nvPr/>
        </p:nvSpPr>
        <p:spPr>
          <a:xfrm>
            <a:off x="7772400" y="1351508"/>
            <a:ext cx="1981200" cy="415498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.section .start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.global _start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_start: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init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a0, zero,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a1, zero,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a2, zero,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a3, zero, 5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 -12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s3, 8(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t0, 4(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sw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t1, 0(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t0, a0, a1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t1, a2, a3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sub s3, t0, t1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add a0, s3, zero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lw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s3, 8(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lw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t0, 4(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lw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t1, 0(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addi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sp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, 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jr</a:t>
            </a: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ra</a:t>
            </a:r>
            <a:endParaRPr kumimoji="0" lang="en-US" altLang="ko-KR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846F1D-5E89-7DAB-6D82-AAD0C65B4A17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Assembly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2B72E-6B2B-5A60-362C-85B05E85698C}"/>
              </a:ext>
            </a:extLst>
          </p:cNvPr>
          <p:cNvSpPr txBox="1"/>
          <p:nvPr/>
        </p:nvSpPr>
        <p:spPr>
          <a:xfrm>
            <a:off x="1477264" y="2057400"/>
            <a:ext cx="3962400" cy="31393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2C3A34-FCD7-C0EE-4FDF-FFC6FFECB4AF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7234497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69CDF-F978-2959-8473-3226C13C5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3E69E3C-1F83-774C-B2AA-467C0F10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 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2DA8A04D-B7B4-623A-6913-E0E72D7E066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24_25_26.function_stack</a:t>
            </a: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D184B1CA-F2A8-5EBF-B916-96CCDC3E1F8F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FB6424-3206-1B7F-71AA-A0736805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3C4E0E-654A-A239-AE1C-339EDBF93B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87383" y="1832836"/>
            <a:ext cx="4142161" cy="38038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49C9C0-AC58-66A2-554D-3E5AF98F1E43}"/>
              </a:ext>
            </a:extLst>
          </p:cNvPr>
          <p:cNvSpPr txBox="1"/>
          <p:nvPr/>
        </p:nvSpPr>
        <p:spPr>
          <a:xfrm>
            <a:off x="4114800" y="574508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Dump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4DE396-E3A4-12F5-FF63-B9B2D4CA60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07327" y="2819400"/>
            <a:ext cx="4810796" cy="206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52958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745B3-1A92-A888-276F-10AFD3CB7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ABA630FD-097C-232C-ED6D-96B7FBFCD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A1EE8B86-5ECF-22DB-83DF-219F117B22A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24_25_26.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EC77991-71AE-6C79-FCA3-537F0ED3995C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562AF2D-79F4-8FEB-2C84-4C5DAA8C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3C4F24-86AA-508C-586E-A96BAA1FC05F}"/>
              </a:ext>
            </a:extLst>
          </p:cNvPr>
          <p:cNvSpPr txBox="1"/>
          <p:nvPr/>
        </p:nvSpPr>
        <p:spPr>
          <a:xfrm>
            <a:off x="6934200" y="3550945"/>
            <a:ext cx="3962400" cy="73866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Function call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문제와 동일하게 공간을 확보한 다음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sw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명령어를 통해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f,g,h,I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의 위치를 정해준다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BD4A35-3594-0C53-80A8-65F47EC977C4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8E21B-701F-0216-92E3-7B600E56E8EF}"/>
              </a:ext>
            </a:extLst>
          </p:cNvPr>
          <p:cNvSpPr txBox="1"/>
          <p:nvPr/>
        </p:nvSpPr>
        <p:spPr>
          <a:xfrm>
            <a:off x="1477264" y="2057400"/>
            <a:ext cx="3962400" cy="31393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74A2C0-7665-9DE6-36B4-88A94460A263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78331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41A1-8FD9-75B6-26BE-D8F7C8257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1CC79AE-9751-D799-DAB1-1FBDBE67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BBE5C322-E300-D4AA-7BDC-880B8684861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24_25_26.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E9A85B63-9F16-5BC2-47E5-06ADF466D015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61DAE2-5BAD-E242-969F-86012682A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D1D48-DBB3-1DD0-0122-91ED5941013E}"/>
              </a:ext>
            </a:extLst>
          </p:cNvPr>
          <p:cNvSpPr txBox="1"/>
          <p:nvPr/>
        </p:nvSpPr>
        <p:spPr>
          <a:xfrm>
            <a:off x="7162800" y="3232375"/>
            <a:ext cx="3962400" cy="116955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Function call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문제와 동일하게 </a:t>
            </a: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lw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명령어를 통해서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f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g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가 저장된 레지스터에서 값을 불러온 후 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prstClr val="black"/>
                </a:solidFill>
                <a:latin typeface="+mn-ea"/>
              </a:rPr>
              <a:t>h,i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도 마찬가지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두 수를 더해주고 레지스터에 저장해준다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그 후 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sub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함수를 통해서 두 수를 </a:t>
            </a:r>
            <a:r>
              <a:rPr lang="ko-KR" altLang="en-US" sz="1400" dirty="0" err="1">
                <a:solidFill>
                  <a:prstClr val="black"/>
                </a:solidFill>
                <a:latin typeface="+mn-ea"/>
              </a:rPr>
              <a:t>빼준다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.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39D09-287D-AEC5-FA77-B26CA0689098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ADD2C-98EE-C030-9372-051C21AE0859}"/>
              </a:ext>
            </a:extLst>
          </p:cNvPr>
          <p:cNvSpPr txBox="1"/>
          <p:nvPr/>
        </p:nvSpPr>
        <p:spPr>
          <a:xfrm>
            <a:off x="1477264" y="2057400"/>
            <a:ext cx="3962400" cy="31393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560D68-42C7-D37B-4EF1-359C2283DAAC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0939355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184A-D580-08BC-CE06-B69509328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002F4109-E357-748C-8545-40996A6D9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88A870A5-3CDF-5503-DEE2-8AAA926B259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24_25_26.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5FB86349-6D9A-2C01-1C94-446697C7CFC5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1A289FE-7821-F709-4DFB-57653F09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D25736-20E3-335F-A427-92E252CD6C05}"/>
              </a:ext>
            </a:extLst>
          </p:cNvPr>
          <p:cNvSpPr txBox="1"/>
          <p:nvPr/>
        </p:nvSpPr>
        <p:spPr>
          <a:xfrm>
            <a:off x="7162800" y="3232375"/>
            <a:ext cx="3962400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Ret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 명령어를 통해서 </a:t>
            </a:r>
            <a:r>
              <a:rPr lang="en-US" altLang="ko-KR" sz="1400" dirty="0" err="1">
                <a:solidFill>
                  <a:prstClr val="black"/>
                </a:solidFill>
                <a:latin typeface="+mn-ea"/>
              </a:rPr>
              <a:t>jal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명령어가 </a:t>
            </a:r>
            <a:r>
              <a:rPr lang="ko-KR" altLang="en-US" sz="1400" dirty="0" err="1">
                <a:solidFill>
                  <a:prstClr val="black"/>
                </a:solidFill>
                <a:latin typeface="+mn-ea"/>
              </a:rPr>
              <a:t>실행됬을때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 저장된 링크 레지스터 값으로 돌아간다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.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DAEE5F-692C-8A97-3E89-6396FEB35A05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A107F-87E6-41E7-92E3-7CF11E5B2416}"/>
              </a:ext>
            </a:extLst>
          </p:cNvPr>
          <p:cNvSpPr txBox="1"/>
          <p:nvPr/>
        </p:nvSpPr>
        <p:spPr>
          <a:xfrm>
            <a:off x="1477264" y="2057400"/>
            <a:ext cx="3962400" cy="31393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7E5A6A-903C-1814-92F1-49FC3C623611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5795863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A817B-61B7-A408-DF58-E696FBDE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2510DC2D-4D46-1A7D-FB97-97ED79F8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RARS</a:t>
            </a:r>
            <a:r>
              <a:rPr lang="ko-KR" altLang="en-US" dirty="0"/>
              <a:t> </a:t>
            </a:r>
            <a:r>
              <a:rPr lang="en-US" altLang="ko-KR" dirty="0"/>
              <a:t>example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39" name="Content Placeholder 3">
            <a:extLst>
              <a:ext uri="{FF2B5EF4-FFF2-40B4-BE49-F238E27FC236}">
                <a16:creationId xmlns:a16="http://schemas.microsoft.com/office/drawing/2014/main" id="{C16ABDDF-D9CD-9A11-AF5D-EBCC9170CA1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24_25_26. </a:t>
            </a:r>
            <a:r>
              <a:rPr lang="en-US" altLang="ko-KR" dirty="0" err="1">
                <a:ea typeface="굴림" panose="020B0600000101010101" pitchFamily="50" charset="-127"/>
              </a:rPr>
              <a:t>function_stack</a:t>
            </a:r>
            <a:endParaRPr lang="en-US" altLang="ko-KR" dirty="0">
              <a:ea typeface="굴림" panose="020B0600000101010101" pitchFamily="50" charset="-127"/>
            </a:endParaRPr>
          </a:p>
        </p:txBody>
      </p:sp>
      <p:sp>
        <p:nvSpPr>
          <p:cNvPr id="14340" name="Content Placeholder 2">
            <a:extLst>
              <a:ext uri="{FF2B5EF4-FFF2-40B4-BE49-F238E27FC236}">
                <a16:creationId xmlns:a16="http://schemas.microsoft.com/office/drawing/2014/main" id="{1F873F13-8844-DB74-3BBA-8D843D6A5ACF}"/>
              </a:ext>
            </a:extLst>
          </p:cNvPr>
          <p:cNvSpPr>
            <a:spLocks/>
          </p:cNvSpPr>
          <p:nvPr/>
        </p:nvSpPr>
        <p:spPr bwMode="auto">
          <a:xfrm>
            <a:off x="1981200" y="1198564"/>
            <a:ext cx="82296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286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228600" algn="l"/>
              </a:tabLst>
              <a:defRPr/>
            </a:pPr>
            <a:endParaRPr kumimoji="0" lang="ko-KR" altLang="ko-KR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굴림" panose="020B0600000101010101" pitchFamily="50" charset="-127"/>
              <a:cs typeface="Arial" panose="020B060402020202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5B5AF43-7E1A-2CCF-2569-EB9CE5A95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7C8D44-3667-46F6-9772-CC52308E2A7F}" type="slidenum">
              <a:rPr kumimoji="0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738DE-35E2-1120-6A87-5D134A1F42C6}"/>
              </a:ext>
            </a:extLst>
          </p:cNvPr>
          <p:cNvSpPr txBox="1"/>
          <p:nvPr/>
        </p:nvSpPr>
        <p:spPr>
          <a:xfrm>
            <a:off x="7162800" y="3232375"/>
            <a:ext cx="3962400" cy="52322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Li 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명령어를 통해서 레지스터에 각각의 </a:t>
            </a:r>
            <a:r>
              <a:rPr lang="ko-KR" altLang="en-US" sz="1400" dirty="0" err="1">
                <a:solidFill>
                  <a:prstClr val="black"/>
                </a:solidFill>
                <a:latin typeface="+mn-ea"/>
              </a:rPr>
              <a:t>상수값을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 저장해준다</a:t>
            </a:r>
            <a:r>
              <a:rPr lang="en-US" altLang="ko-KR" sz="1400">
                <a:solidFill>
                  <a:prstClr val="black"/>
                </a:solidFill>
                <a:latin typeface="+mn-ea"/>
              </a:rPr>
              <a:t>. 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F818A6-C2AA-8DD2-3BA5-C5AC89E4359E}"/>
              </a:ext>
            </a:extLst>
          </p:cNvPr>
          <p:cNvSpPr txBox="1"/>
          <p:nvPr/>
        </p:nvSpPr>
        <p:spPr>
          <a:xfrm>
            <a:off x="69342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Gill Sans MT"/>
                <a:ea typeface="맑은 고딕" panose="020B0503020000020004" pitchFamily="50" charset="-127"/>
              </a:rPr>
              <a:t>comment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7AE73-F870-F6F2-148D-8201CB01E3AA}"/>
              </a:ext>
            </a:extLst>
          </p:cNvPr>
          <p:cNvSpPr txBox="1"/>
          <p:nvPr/>
        </p:nvSpPr>
        <p:spPr>
          <a:xfrm>
            <a:off x="1477264" y="2057400"/>
            <a:ext cx="3962400" cy="313932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(int f, int g, int h, int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result = (f + g) - (h + </a:t>
            </a: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return result;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int main(void)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diffofsums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(2,3,4,5);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while(1){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D6DE1-5CB8-25AA-22A6-FAAFC5EA640B}"/>
              </a:ext>
            </a:extLst>
          </p:cNvPr>
          <p:cNvSpPr txBox="1"/>
          <p:nvPr/>
        </p:nvSpPr>
        <p:spPr>
          <a:xfrm>
            <a:off x="1295400" y="5798325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/>
                <a:ea typeface="맑은 고딕" panose="020B0503020000020004" pitchFamily="50" charset="-127"/>
                <a:cs typeface="+mn-cs"/>
              </a:rPr>
              <a:t>High-level Code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0666123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5575</TotalTime>
  <Words>3264</Words>
  <Application>Microsoft Office PowerPoint</Application>
  <PresentationFormat>와이드스크린</PresentationFormat>
  <Paragraphs>714</Paragraphs>
  <Slides>42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51" baseType="lpstr">
      <vt:lpstr>굴림</vt:lpstr>
      <vt:lpstr>맑은 고딕</vt:lpstr>
      <vt:lpstr>Arial</vt:lpstr>
      <vt:lpstr>Bookman Old Style</vt:lpstr>
      <vt:lpstr>Calibri</vt:lpstr>
      <vt:lpstr>Gill Sans MT</vt:lpstr>
      <vt:lpstr>Wingdings</vt:lpstr>
      <vt:lpstr>Wingdings 3</vt:lpstr>
      <vt:lpstr>Origin</vt:lpstr>
      <vt:lpstr>Jungwoo Choi Sangmyung University jw010803@gmail.com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  <vt:lpstr>RARS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zhu;YongwooKim</dc:creator>
  <cp:lastModifiedBy>정우 최</cp:lastModifiedBy>
  <cp:revision>1020</cp:revision>
  <dcterms:created xsi:type="dcterms:W3CDTF">2013-05-12T07:12:15Z</dcterms:created>
  <dcterms:modified xsi:type="dcterms:W3CDTF">2024-10-13T11:32:41Z</dcterms:modified>
</cp:coreProperties>
</file>