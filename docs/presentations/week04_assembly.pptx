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1"/>
  </p:notesMasterIdLst>
  <p:handoutMasterIdLst>
    <p:handoutMasterId r:id="rId72"/>
  </p:handoutMasterIdLst>
  <p:sldIdLst>
    <p:sldId id="256" r:id="rId2"/>
    <p:sldId id="595" r:id="rId3"/>
    <p:sldId id="584" r:id="rId4"/>
    <p:sldId id="596" r:id="rId5"/>
    <p:sldId id="597" r:id="rId6"/>
    <p:sldId id="598" r:id="rId7"/>
    <p:sldId id="599" r:id="rId8"/>
    <p:sldId id="585" r:id="rId9"/>
    <p:sldId id="600" r:id="rId10"/>
    <p:sldId id="601" r:id="rId11"/>
    <p:sldId id="602" r:id="rId12"/>
    <p:sldId id="603" r:id="rId13"/>
    <p:sldId id="604" r:id="rId14"/>
    <p:sldId id="605" r:id="rId15"/>
    <p:sldId id="606" r:id="rId16"/>
    <p:sldId id="607" r:id="rId17"/>
    <p:sldId id="608" r:id="rId18"/>
    <p:sldId id="609" r:id="rId19"/>
    <p:sldId id="610" r:id="rId20"/>
    <p:sldId id="611" r:id="rId21"/>
    <p:sldId id="612" r:id="rId22"/>
    <p:sldId id="613" r:id="rId23"/>
    <p:sldId id="614" r:id="rId24"/>
    <p:sldId id="615" r:id="rId25"/>
    <p:sldId id="617" r:id="rId26"/>
    <p:sldId id="618" r:id="rId27"/>
    <p:sldId id="619" r:id="rId28"/>
    <p:sldId id="620" r:id="rId29"/>
    <p:sldId id="621" r:id="rId30"/>
    <p:sldId id="622" r:id="rId31"/>
    <p:sldId id="623" r:id="rId32"/>
    <p:sldId id="624" r:id="rId33"/>
    <p:sldId id="625" r:id="rId34"/>
    <p:sldId id="626" r:id="rId35"/>
    <p:sldId id="627" r:id="rId36"/>
    <p:sldId id="628" r:id="rId37"/>
    <p:sldId id="630" r:id="rId38"/>
    <p:sldId id="629" r:id="rId39"/>
    <p:sldId id="631" r:id="rId40"/>
    <p:sldId id="632" r:id="rId41"/>
    <p:sldId id="633" r:id="rId42"/>
    <p:sldId id="634" r:id="rId43"/>
    <p:sldId id="642" r:id="rId44"/>
    <p:sldId id="635" r:id="rId45"/>
    <p:sldId id="636" r:id="rId46"/>
    <p:sldId id="637" r:id="rId47"/>
    <p:sldId id="638" r:id="rId48"/>
    <p:sldId id="639" r:id="rId49"/>
    <p:sldId id="640" r:id="rId50"/>
    <p:sldId id="641" r:id="rId51"/>
    <p:sldId id="643" r:id="rId52"/>
    <p:sldId id="644" r:id="rId53"/>
    <p:sldId id="645" r:id="rId54"/>
    <p:sldId id="646" r:id="rId55"/>
    <p:sldId id="647" r:id="rId56"/>
    <p:sldId id="648" r:id="rId57"/>
    <p:sldId id="649" r:id="rId58"/>
    <p:sldId id="650" r:id="rId59"/>
    <p:sldId id="661" r:id="rId60"/>
    <p:sldId id="651" r:id="rId61"/>
    <p:sldId id="652" r:id="rId62"/>
    <p:sldId id="653" r:id="rId63"/>
    <p:sldId id="654" r:id="rId64"/>
    <p:sldId id="655" r:id="rId65"/>
    <p:sldId id="656" r:id="rId66"/>
    <p:sldId id="657" r:id="rId67"/>
    <p:sldId id="658" r:id="rId68"/>
    <p:sldId id="660" r:id="rId69"/>
    <p:sldId id="659" r:id="rId7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4" autoAdjust="0"/>
    <p:restoredTop sz="95026" autoAdjust="0"/>
  </p:normalViewPr>
  <p:slideViewPr>
    <p:cSldViewPr>
      <p:cViewPr varScale="1">
        <p:scale>
          <a:sx n="82" d="100"/>
          <a:sy n="82" d="100"/>
        </p:scale>
        <p:origin x="902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5A70-5908-4F26-95C5-87BC94421A41}" type="datetimeFigureOut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27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3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58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697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02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26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674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8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581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183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748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19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90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9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128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19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091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167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804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749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985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63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875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335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627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641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0254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8373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49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903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7940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504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6108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5062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9763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2062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1908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163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5475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440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6505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157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644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2315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166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2574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17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121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988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1534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43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22320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5850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3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480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213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9088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7981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468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39744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6734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0630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8424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07794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248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4401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9593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785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30557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062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9/29/2024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9/29/2024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9/29/2024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9/29/2024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9/29/2024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3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7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7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7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71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2.png"/><Relationship Id="rId4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2.png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2.png"/><Relationship Id="rId4" Type="http://schemas.openxmlformats.org/officeDocument/2006/relationships/image" Target="../media/image7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System Semiconductor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C00000"/>
                </a:solidFill>
              </a:rPr>
              <a:t>HW</a:t>
            </a:r>
            <a:r>
              <a:rPr lang="ko-KR" altLang="en-US" sz="3600" b="1" dirty="0">
                <a:solidFill>
                  <a:srgbClr val="C00000"/>
                </a:solidFill>
              </a:rPr>
              <a:t> </a:t>
            </a:r>
            <a:r>
              <a:rPr lang="en-US" altLang="ko-KR" sz="3600" b="1" dirty="0">
                <a:solidFill>
                  <a:srgbClr val="C00000"/>
                </a:solidFill>
              </a:rPr>
              <a:t>Assembly</a:t>
            </a: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625600" y="3810000"/>
            <a:ext cx="9144000" cy="990600"/>
          </a:xfrm>
        </p:spPr>
        <p:txBody>
          <a:bodyPr>
            <a:noAutofit/>
          </a:bodyPr>
          <a:lstStyle/>
          <a:p>
            <a:r>
              <a:rPr lang="en-US" altLang="ko-KR" sz="2000" dirty="0" err="1"/>
              <a:t>Jungwoo</a:t>
            </a:r>
            <a:r>
              <a:rPr lang="en-US" altLang="ko-KR" sz="2000" dirty="0"/>
              <a:t> Choi </a:t>
            </a:r>
            <a:br>
              <a:rPr lang="en-US" altLang="ko-KR" sz="2000" dirty="0"/>
            </a:br>
            <a:r>
              <a:rPr lang="en-US" altLang="ko-KR" sz="2000" dirty="0" err="1"/>
              <a:t>Sangmyung</a:t>
            </a:r>
            <a:r>
              <a:rPr lang="en-US" altLang="ko-KR" sz="2000" dirty="0"/>
              <a:t> University</a:t>
            </a:r>
            <a:br>
              <a:rPr lang="en-US" altLang="ko-KR" sz="2000" dirty="0"/>
            </a:br>
            <a:r>
              <a:rPr lang="en-US" altLang="ko-KR" sz="2000" dirty="0"/>
              <a:t>jw010803@gmail.com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initializing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934200" y="2042058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.section    .start</a:t>
            </a:r>
          </a:p>
          <a:p>
            <a:r>
              <a:rPr lang="en-US" altLang="ko-KR" dirty="0"/>
              <a:t>.global     _start</a:t>
            </a:r>
          </a:p>
          <a:p>
            <a:endParaRPr lang="en-US" altLang="ko-KR" dirty="0"/>
          </a:p>
          <a:p>
            <a:r>
              <a:rPr lang="en-US" altLang="ko-KR" dirty="0"/>
              <a:t>_start: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 err="1"/>
              <a:t>init</a:t>
            </a:r>
            <a:r>
              <a:rPr lang="en-US" altLang="ko-KR" dirty="0"/>
              <a:t> :  </a:t>
            </a:r>
          </a:p>
          <a:p>
            <a:r>
              <a:rPr lang="en-US" altLang="ko-KR" dirty="0"/>
              <a:t>  	</a:t>
            </a:r>
            <a:r>
              <a:rPr lang="en-US" altLang="ko-KR" dirty="0" err="1"/>
              <a:t>addi</a:t>
            </a:r>
            <a:r>
              <a:rPr lang="en-US" altLang="ko-KR" dirty="0"/>
              <a:t> s4,zero,0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addi</a:t>
            </a:r>
            <a:r>
              <a:rPr lang="en-US" altLang="ko-KR" dirty="0"/>
              <a:t> s5,zero,2032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addi</a:t>
            </a:r>
            <a:r>
              <a:rPr lang="en-US" altLang="ko-KR" dirty="0"/>
              <a:t> s6,zero,-78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Assembly Code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3226415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</a:t>
            </a:r>
            <a:r>
              <a:rPr lang="en-US" altLang="ko-KR" dirty="0"/>
              <a:t> = 0;</a:t>
            </a:r>
          </a:p>
          <a:p>
            <a:r>
              <a:rPr lang="en-US" altLang="ko-KR" dirty="0"/>
              <a:t>x = 2032;</a:t>
            </a:r>
          </a:p>
          <a:p>
            <a:r>
              <a:rPr lang="en-US" altLang="ko-KR" dirty="0"/>
              <a:t>y = -78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High-level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7376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initializing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A231C-AEE7-41F0-A3DD-10882D71A5F9}"/>
              </a:ext>
            </a:extLst>
          </p:cNvPr>
          <p:cNvSpPr txBox="1"/>
          <p:nvPr/>
        </p:nvSpPr>
        <p:spPr>
          <a:xfrm>
            <a:off x="1066800" y="4516653"/>
            <a:ext cx="34451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Comment:</a:t>
            </a:r>
          </a:p>
          <a:p>
            <a:endParaRPr lang="en-US" altLang="ko-KR" dirty="0"/>
          </a:p>
          <a:p>
            <a:r>
              <a:rPr lang="en-US" altLang="ko-KR" dirty="0"/>
              <a:t>S4 </a:t>
            </a:r>
            <a:r>
              <a:rPr lang="ko-KR" altLang="en-US" dirty="0"/>
              <a:t>레지스터에 </a:t>
            </a:r>
            <a:r>
              <a:rPr lang="en-US" altLang="ko-KR" dirty="0"/>
              <a:t>0</a:t>
            </a:r>
            <a:r>
              <a:rPr lang="ko-KR" altLang="en-US" dirty="0"/>
              <a:t>이 </a:t>
            </a:r>
            <a:r>
              <a:rPr lang="en-US" altLang="ko-KR" dirty="0"/>
              <a:t>assign </a:t>
            </a:r>
            <a:r>
              <a:rPr lang="ko-KR" altLang="en-US" dirty="0"/>
              <a:t>되었다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701BE0-A509-3008-2A34-273F8D031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82290"/>
            <a:ext cx="6390079" cy="1214436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ABDDFF39-A6E0-31CA-0416-EAC915AA9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856" y="1198564"/>
            <a:ext cx="4361280" cy="515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643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initializing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A231C-AEE7-41F0-A3DD-10882D71A5F9}"/>
              </a:ext>
            </a:extLst>
          </p:cNvPr>
          <p:cNvSpPr txBox="1"/>
          <p:nvPr/>
        </p:nvSpPr>
        <p:spPr>
          <a:xfrm>
            <a:off x="1066800" y="4516653"/>
            <a:ext cx="5128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S5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2032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assign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되었다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할당될 때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2032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16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진수 값인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7f0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로 할당되었다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9A210C-DC5D-4A59-EB75-D6860BFE7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89201"/>
            <a:ext cx="6444534" cy="1169571"/>
          </a:xfrm>
          <a:prstGeom prst="rect">
            <a:avLst/>
          </a:prstGeom>
        </p:spPr>
      </p:pic>
      <p:pic>
        <p:nvPicPr>
          <p:cNvPr id="8" name="그림 7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6DCE44B6-B617-261B-DCC5-BA6C1D76F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942" y="1238693"/>
            <a:ext cx="4503457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7912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initializing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A231C-AEE7-41F0-A3DD-10882D71A5F9}"/>
              </a:ext>
            </a:extLst>
          </p:cNvPr>
          <p:cNvSpPr txBox="1"/>
          <p:nvPr/>
        </p:nvSpPr>
        <p:spPr>
          <a:xfrm>
            <a:off x="1066800" y="4516653"/>
            <a:ext cx="3635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S6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-78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assign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되었다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381B56-1D3C-D8CF-895A-1CF57B994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68565"/>
            <a:ext cx="6372358" cy="1214437"/>
          </a:xfrm>
          <a:prstGeom prst="rect">
            <a:avLst/>
          </a:prstGeom>
        </p:spPr>
      </p:pic>
      <p:pic>
        <p:nvPicPr>
          <p:cNvPr id="8" name="그림 7" descr="텍스트, 스크린샷, 번호, 디스플레이이(가) 표시된 사진&#10;&#10;자동 생성된 설명">
            <a:extLst>
              <a:ext uri="{FF2B5EF4-FFF2-40B4-BE49-F238E27FC236}">
                <a16:creationId xmlns:a16="http://schemas.microsoft.com/office/drawing/2014/main" id="{0F6773FA-6677-09D0-E7F4-D1046EB2F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856" y="1219200"/>
            <a:ext cx="4568544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909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934200" y="1628617"/>
            <a:ext cx="39624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  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   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	</a:t>
            </a:r>
            <a:r>
              <a:rPr lang="en-US" altLang="ko-KR" dirty="0"/>
              <a:t>la x1, 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           </a:t>
            </a:r>
            <a:r>
              <a:rPr lang="en-US" altLang="ko-KR" dirty="0" err="1"/>
              <a:t>lw</a:t>
            </a:r>
            <a:r>
              <a:rPr lang="en-US" altLang="ko-KR" dirty="0"/>
              <a:t> s7, 8(x1)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loop: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            j loop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.align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.data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words: .word 0, 5, 3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2433637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int mem[3] = {0, 5, 3};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int a 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a = mem[2];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}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0191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488431" y="4871660"/>
            <a:ext cx="53510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La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words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라는 배열의 시작 주소를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5499FB55-2BDA-CF33-D743-54A6E7B13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30463"/>
            <a:ext cx="6582958" cy="1214437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9610A3BC-90D5-EFB3-49AB-64D66C35C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58" y="1273056"/>
            <a:ext cx="4404019" cy="496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780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8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676400" y="4871660"/>
            <a:ext cx="51828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Comment:</a:t>
            </a:r>
          </a:p>
          <a:p>
            <a:r>
              <a:rPr lang="en-US" altLang="ko-KR" dirty="0"/>
              <a:t>X1</a:t>
            </a:r>
            <a:r>
              <a:rPr lang="ko-KR" altLang="en-US" dirty="0"/>
              <a:t> 레지스터의 값과 </a:t>
            </a:r>
            <a:r>
              <a:rPr lang="en-US" altLang="ko-KR" dirty="0"/>
              <a:t>0</a:t>
            </a:r>
            <a:r>
              <a:rPr lang="ko-KR" altLang="en-US" dirty="0"/>
              <a:t>을 더한 값을 </a:t>
            </a:r>
            <a:r>
              <a:rPr lang="en-US" altLang="ko-KR" dirty="0"/>
              <a:t>x1 </a:t>
            </a:r>
            <a:r>
              <a:rPr lang="ko-KR" altLang="en-US" dirty="0"/>
              <a:t>레지스터에</a:t>
            </a:r>
            <a:endParaRPr lang="en-US" altLang="ko-KR" dirty="0"/>
          </a:p>
          <a:p>
            <a:r>
              <a:rPr lang="en-US" altLang="ko-KR" dirty="0"/>
              <a:t>Assign </a:t>
            </a:r>
            <a:r>
              <a:rPr lang="ko-KR" altLang="en-US" dirty="0"/>
              <a:t>한다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ECC877-66DD-9923-FB9C-6AE032AAE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46634"/>
            <a:ext cx="6624028" cy="1136691"/>
          </a:xfrm>
          <a:prstGeom prst="rect">
            <a:avLst/>
          </a:prstGeom>
        </p:spPr>
      </p:pic>
      <p:pic>
        <p:nvPicPr>
          <p:cNvPr id="9" name="그림 8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CDB8DD75-55C4-9687-5688-460A6F187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58" y="1277825"/>
            <a:ext cx="4389841" cy="49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58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190165" y="4743493"/>
            <a:ext cx="57800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Lw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명령어를 통해서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저장되있는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배열의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주소를 참조해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저장된 배열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(words)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번째 원소를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로드 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</p:txBody>
      </p:sp>
      <p:pic>
        <p:nvPicPr>
          <p:cNvPr id="4" name="그림 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B82433E4-EE93-86B0-AF3A-72A522B1A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66" y="2413001"/>
            <a:ext cx="6624027" cy="1136691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0B619625-D446-226B-A25B-1EBD7F967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59" y="1219200"/>
            <a:ext cx="4389841" cy="505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829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934200" y="1412119"/>
            <a:ext cx="3962400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  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   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	la x1, 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t3, zero ,42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t3, 8(x1)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loop: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j loop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.align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words: .word 0, 5, 3, 0, 0,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2433637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mem[6] = {0, 5, 3, 0, 0, 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mem[2] = 42;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86156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545194" y="4768161"/>
            <a:ext cx="5354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words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라는 배열의 주소를 저장한다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F941BA7-6E6B-7755-D2DB-60F3D1395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29" y="2404036"/>
            <a:ext cx="6624028" cy="1103089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25F1492F-CC69-AB4E-41C0-6068847B6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563" y="1219200"/>
            <a:ext cx="4389842" cy="505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2648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219200" y="4704085"/>
            <a:ext cx="5721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레지스터와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더한값을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assign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한다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5396523-F722-D5F5-BCE1-1324692FA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6" y="2413001"/>
            <a:ext cx="6566039" cy="1103089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BEE0ED9-64E1-45B7-89F2-0EC1612BD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492" y="1225006"/>
            <a:ext cx="4389842" cy="503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86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143000" y="4709891"/>
            <a:ext cx="59394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x28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4" name="그림 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600EF527-A592-A4E1-C066-9FF034F61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14" y="2413001"/>
            <a:ext cx="6545278" cy="1103089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E0DEDA27-D503-7A2E-9D32-C9730D312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799" y="1219200"/>
            <a:ext cx="4374294" cy="503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143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066800" y="4721077"/>
            <a:ext cx="62792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저장된 메모리의 주소를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참조해 메모리의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번째 원소에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x28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저장된 값을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메모리에 저장한다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B01E040-2EEE-5599-D097-040E73D18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13001"/>
            <a:ext cx="6540516" cy="112008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6003977F-23FA-56C4-999A-9E8979DA3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116" y="1225005"/>
            <a:ext cx="4345139" cy="503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3287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934200" y="1745613"/>
            <a:ext cx="3962400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  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   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li s0, 10</a:t>
            </a:r>
          </a:p>
          <a:p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         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li s1, 5</a:t>
            </a:r>
          </a:p>
          <a:p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li s4, 3</a:t>
            </a:r>
          </a:p>
          <a:p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bne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s0. s1. L1</a:t>
            </a:r>
          </a:p>
          <a:p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           add s2, s3, s4</a:t>
            </a:r>
          </a:p>
          <a:p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j L2</a:t>
            </a:r>
          </a:p>
          <a:p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L1 :         sub s0, s1, s4</a:t>
            </a:r>
          </a:p>
          <a:p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L2 :         j L2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96615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1735674"/>
            <a:ext cx="3962400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int main(void)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int apples = 10;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int oranges = 5;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int h = 3;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int g = 6;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int f 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if (apples == oranges)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            f = g + h;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else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             apples = oranges -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}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99293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9888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219200" y="4720115"/>
            <a:ext cx="5093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Li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저장한다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0A96638-8FB8-7470-8587-BE4CFFD80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87" y="2413001"/>
            <a:ext cx="6534829" cy="1095384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0445A286-0C6A-750B-268D-D31B90799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215" y="1248003"/>
            <a:ext cx="4324667" cy="503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5077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143000" y="4747518"/>
            <a:ext cx="4977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Li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저장한다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1BF39FA-5095-6B89-C8DF-AF1F881FA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87" y="2413001"/>
            <a:ext cx="6540516" cy="1140716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FD3E3876-9183-25A4-658A-09F4F96A7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903" y="1225004"/>
            <a:ext cx="4345139" cy="503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414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066800" y="4768154"/>
            <a:ext cx="4977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Li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s4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3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저장한다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C73B2B9-28BD-02E6-1784-244B54D05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12" y="2433637"/>
            <a:ext cx="6500304" cy="1120080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B619F529-A20D-AF2F-4F5A-5D9A2CCB5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116" y="1237665"/>
            <a:ext cx="4345139" cy="503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9704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551434" y="4191000"/>
            <a:ext cx="68525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조건분기문인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bne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사용하여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레지스터의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값을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비교하엿고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값이 다르기 때문에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레이블로 점프하였다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 L1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레이블로 점프하였기 때문에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 ,j L2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명령어는 실행되지 않았다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8C6AB3E-88B0-4F83-4301-2CD1B347D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33637"/>
            <a:ext cx="6540516" cy="1094587"/>
          </a:xfrm>
          <a:prstGeom prst="rect">
            <a:avLst/>
          </a:prstGeom>
        </p:spPr>
      </p:pic>
      <p:pic>
        <p:nvPicPr>
          <p:cNvPr id="7" name="그림 6" descr="텍스트, 스크린샷, 평행, 번호이(가) 표시된 사진&#10;&#10;자동 생성된 설명">
            <a:extLst>
              <a:ext uri="{FF2B5EF4-FFF2-40B4-BE49-F238E27FC236}">
                <a16:creationId xmlns:a16="http://schemas.microsoft.com/office/drawing/2014/main" id="{3028287D-9F34-CCF6-172F-C644D1309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17" y="1222612"/>
            <a:ext cx="4316946" cy="503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813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555529" y="4198689"/>
            <a:ext cx="66960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레이블로 점프 하였기 때문에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레이블에서 실행되는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인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sub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s4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뺀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저장하였다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 S1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5,  S2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값을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가지고있기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때문에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저장되었다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382AAE8-1FF5-A25C-4F29-D343281EA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3" y="2433637"/>
            <a:ext cx="6540515" cy="1099444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CEBA5B79-634B-2D6C-92E9-5CB901024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51" y="1219200"/>
            <a:ext cx="4345139" cy="497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775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for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934200" y="1745613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  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   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zero, 0 # s1 = sum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      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s0, zero, 0 # s0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      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zero,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for:      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bge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s0, t0,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add s1, s1, s0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       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s0, s0,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j   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done: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96615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1734240"/>
            <a:ext cx="3962400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int sum=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for(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=0; 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&lt;10;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=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+ 1){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sum = sum +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99293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34998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16864" y="4783912"/>
            <a:ext cx="55973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값을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x9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71554E7-350B-9506-8082-F35DEC342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37" y="2451834"/>
            <a:ext cx="6381464" cy="1099444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F9F3234C-7381-8B30-35E1-0BA981C7B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219200"/>
            <a:ext cx="436447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7834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16864" y="4743693"/>
            <a:ext cx="55973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값을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9C6A95C-2A1F-FED6-DF48-3E80B7632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36" y="2446147"/>
            <a:ext cx="6305264" cy="1066117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B1EC8472-70D0-31FF-3FD2-306AB21F5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219200"/>
            <a:ext cx="4364475" cy="498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489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74560" y="4552228"/>
            <a:ext cx="59458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Bge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의 값이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의 값과 비교하여 크거나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같아지면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done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레이블 로 이동한다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FA64CA26-AFEC-0A8A-9A3C-1CB654E1F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1" y="2449559"/>
            <a:ext cx="6305264" cy="1099444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FB82EB3A-34EE-AE57-B0BC-B933A61EF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965" y="1219200"/>
            <a:ext cx="4364475" cy="499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300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85488" y="4800600"/>
            <a:ext cx="6173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값을 더해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Assign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5146599-8C2B-B987-C2CB-CABCE1E86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60" y="2413001"/>
            <a:ext cx="6298440" cy="1072657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A644D718-F7E5-2281-A074-766BD222BE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54" y="1265994"/>
            <a:ext cx="4349230" cy="493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8572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96260" y="4529758"/>
            <a:ext cx="5808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더한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assign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그 후 다시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for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문으로 점프한 다음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bge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통해서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값을 비교한다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1E1CF484-DA3C-72D4-1C23-E2CBA666D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72" y="2319958"/>
            <a:ext cx="6295028" cy="1109042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7160EC41-152D-CE18-F796-3D6EAC530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275581"/>
            <a:ext cx="436447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3807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5334000" y="1443841"/>
            <a:ext cx="66294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la s0, 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                                           | .align 4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zero, 0 #i = 0                                 | .data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t2, zero, 10 #t2 = 10                            |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words:.word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1,2,3,4,5,6,7,9,10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for:                                                                              |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bge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t2, done # if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&gt;= 10 then done         |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slli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s1, 2 #t0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* 4(address)                    |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add t0, t0, s0 #address of array                     |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0(t0) #t1 = scores[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]                          |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t1, 10 #t1 = scores[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] + 10                |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0(t0) #scores[i] = t1                          |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s1, 1 #i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+ 1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j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done: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781800" y="591083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1734240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scores[10] = {1, 2, 3, 4, 5, 6, 7, 8, 9, 10};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for (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= 0;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&lt; 10;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+ 1)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scores[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] = scores[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] + 10;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91083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56451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30512" y="4553634"/>
            <a:ext cx="62471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La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words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배열의 시작주소를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829970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2085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96260" y="4876799"/>
            <a:ext cx="5824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X8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x8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x9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F8997276-8365-A4B9-F0EC-B770971F4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34919"/>
            <a:ext cx="6295028" cy="1808051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027A4FC5-2BEF-D6B6-8E41-3EE7CAADC2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68449"/>
            <a:ext cx="4364474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0069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01985" y="4785351"/>
            <a:ext cx="5593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t2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(x7)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9822375-3E3B-BAF1-49A2-0F0CDD086D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33638"/>
            <a:ext cx="6295028" cy="1088406"/>
          </a:xfrm>
          <a:prstGeom prst="rect">
            <a:avLst/>
          </a:prstGeom>
        </p:spPr>
      </p:pic>
      <p:pic>
        <p:nvPicPr>
          <p:cNvPr id="7" name="그림 6" descr="텍스트, 스크린샷, 평행, 번호이(가) 표시된 사진&#10;&#10;자동 생성된 설명">
            <a:extLst>
              <a:ext uri="{FF2B5EF4-FFF2-40B4-BE49-F238E27FC236}">
                <a16:creationId xmlns:a16="http://schemas.microsoft.com/office/drawing/2014/main" id="{40171027-9016-66F2-11FD-11051051D6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97372"/>
            <a:ext cx="4364475" cy="4859588"/>
          </a:xfrm>
          <a:prstGeom prst="rect">
            <a:avLst/>
          </a:prstGeom>
        </p:spPr>
      </p:pic>
      <p:pic>
        <p:nvPicPr>
          <p:cNvPr id="11" name="그림 10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4791278C-5202-2528-02AE-296A4BCAA7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51" y="2407911"/>
            <a:ext cx="6274461" cy="1835060"/>
          </a:xfrm>
          <a:prstGeom prst="rect">
            <a:avLst/>
          </a:prstGeom>
        </p:spPr>
      </p:pic>
      <p:pic>
        <p:nvPicPr>
          <p:cNvPr id="13" name="그림 12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BAA1B59-0578-6F35-DDBB-EABFE67143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268" y="1268449"/>
            <a:ext cx="4364475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2415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30512" y="4720556"/>
            <a:ext cx="6010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의 값과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t2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의 값을 비교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s1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의 값이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t2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크거나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같으면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Done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레이블로 이동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">
            <a:extLst>
              <a:ext uri="{FF2B5EF4-FFF2-40B4-BE49-F238E27FC236}">
                <a16:creationId xmlns:a16="http://schemas.microsoft.com/office/drawing/2014/main" id="{FCCD5271-763D-87F9-B011-44DAC572B5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59" y="2413001"/>
            <a:ext cx="6344253" cy="182997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93F90101-7E90-92F9-07E3-CA6B22BEE8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89085"/>
            <a:ext cx="4476847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7801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30512" y="4652639"/>
            <a:ext cx="56829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레지스터의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2bit left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shift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39029ADF-4A0E-900B-4977-C3E6963CC9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385727"/>
            <a:ext cx="6295028" cy="1857244"/>
          </a:xfrm>
          <a:prstGeom prst="rect">
            <a:avLst/>
          </a:prstGeom>
        </p:spPr>
      </p:pic>
      <p:pic>
        <p:nvPicPr>
          <p:cNvPr id="7" name="그림 6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50634C01-FA33-848F-AF64-DE593C660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98352"/>
            <a:ext cx="4364475" cy="485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3696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34795" y="4715844"/>
            <a:ext cx="53126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값과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값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(words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배열의 시작주소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더해서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6A4FA3A-357B-48CE-E8C5-3ACF6C7E92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39" y="2413002"/>
            <a:ext cx="6279974" cy="1829969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08AFA20A-D6AC-E399-A51C-4B09754A70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936" y="1245300"/>
            <a:ext cx="4364474" cy="488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3560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652510" y="4876800"/>
            <a:ext cx="6317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레지스터에 저장된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words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배열의 시작주소를 참조해 배열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번째 원소의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BBB85A9-29EA-EB75-F8C1-6793B0155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2"/>
            <a:ext cx="6295028" cy="1829970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A7DA2299-A7E4-1736-EC35-3D764A099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544" y="1268448"/>
            <a:ext cx="4378943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5861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33360" y="4741192"/>
            <a:ext cx="4543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D37D7F0B-1884-D758-F09C-A6954A71D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4" y="2413001"/>
            <a:ext cx="6295027" cy="1829970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774DF48-4A48-CFF6-36F8-27BC0A348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1" y="1268449"/>
            <a:ext cx="4364474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5588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52724" y="4650944"/>
            <a:ext cx="60323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 저장된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t0(words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배열의 주소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값을 참조해 배열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첫번째 원소에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D37D7F0B-1884-D758-F09C-A6954A71D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4" y="2413001"/>
            <a:ext cx="6295027" cy="1829970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774DF48-4A48-CFF6-36F8-27BC0A348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1" y="1268449"/>
            <a:ext cx="4364474" cy="4888511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1529BD50-B30C-2016-3B6C-E65AA2389C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1" y="2382135"/>
            <a:ext cx="6295027" cy="1881472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0513DAB1-F0DA-2F94-B7CD-919E03AC07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8" y="1284100"/>
            <a:ext cx="4364474" cy="487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3711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066800" y="4759065"/>
            <a:ext cx="4110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값에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더하여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레이블로 점프하여 루프 반복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D37D7F0B-1884-D758-F09C-A6954A71D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4" y="2413001"/>
            <a:ext cx="6295027" cy="1829970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774DF48-4A48-CFF6-36F8-27BC0A348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1" y="1268449"/>
            <a:ext cx="4364474" cy="4888511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B58D062-1FC2-4DED-E08C-118C64865E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1" y="2404320"/>
            <a:ext cx="6295027" cy="182997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C342BE1-2219-1BB0-43B1-E0F1A68A8E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33" y="1268449"/>
            <a:ext cx="4359052" cy="48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9860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1545194" y="5833794"/>
            <a:ext cx="6599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반복할 수록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data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segme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nt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값이 강의자료와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똑같아짐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40B4022D-AE0A-020A-1E73-D8C977678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68" y="1805782"/>
            <a:ext cx="5762784" cy="3545236"/>
          </a:xfrm>
          <a:prstGeom prst="rect">
            <a:avLst/>
          </a:prstGeom>
        </p:spPr>
      </p:pic>
      <p:pic>
        <p:nvPicPr>
          <p:cNvPr id="17" name="그림 1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B82A37BC-234E-2E2C-1C7C-3F3C6D16E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16" y="1788764"/>
            <a:ext cx="5747397" cy="354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9516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  </a:t>
            </a:r>
            <a:r>
              <a:rPr lang="en-US" altLang="ko-KR" dirty="0" err="1">
                <a:ea typeface="굴림" panose="020B0600000101010101" pitchFamily="50" charset="-127"/>
              </a:rPr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705600" y="2899985"/>
            <a:ext cx="3962400" cy="13849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jal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simple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simple :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781800" y="591083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2545882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simple();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void simple()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86382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553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 </a:t>
            </a:r>
            <a:r>
              <a:rPr lang="en-US" altLang="ko-KR" dirty="0" err="1">
                <a:ea typeface="굴림" panose="020B0600000101010101" pitchFamily="50" charset="-127"/>
              </a:rPr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17065" y="4235911"/>
            <a:ext cx="6245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Direct jump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명령어인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jal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이용해서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simple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함수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호출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3" y="1268449"/>
            <a:ext cx="4364475" cy="4888511"/>
          </a:xfrm>
          <a:prstGeom prst="rect">
            <a:avLst/>
          </a:prstGeom>
        </p:spPr>
      </p:pic>
      <p:pic>
        <p:nvPicPr>
          <p:cNvPr id="10" name="그림 9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FAD3650E-8562-53E0-A2DE-F48DACF7D0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92" y="2393088"/>
            <a:ext cx="6341221" cy="1214437"/>
          </a:xfrm>
          <a:prstGeom prst="rect">
            <a:avLst/>
          </a:prstGeom>
        </p:spPr>
      </p:pic>
      <p:pic>
        <p:nvPicPr>
          <p:cNvPr id="13" name="그림 12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F83B27A4-D21A-0B2F-BEA3-26CBE33DB5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67096"/>
            <a:ext cx="4378123" cy="482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2671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 </a:t>
            </a:r>
            <a:r>
              <a:rPr lang="en-US" altLang="ko-KR" dirty="0" err="1">
                <a:ea typeface="굴림" panose="020B0600000101010101" pitchFamily="50" charset="-127"/>
              </a:rPr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70653" y="4392678"/>
            <a:ext cx="6114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이용해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 값이 가리키는 주소로 점프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13001"/>
            <a:ext cx="6295028" cy="11090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187576-45A8-93AD-8C0C-21219F9F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7013" y="1243824"/>
            <a:ext cx="4248455" cy="4888511"/>
          </a:xfrm>
          <a:prstGeom prst="rect">
            <a:avLst/>
          </a:prstGeom>
        </p:spPr>
      </p:pic>
      <p:pic>
        <p:nvPicPr>
          <p:cNvPr id="4" name="그림 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76C50719-2C82-D939-D4F5-5FA6665C72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5" y="2430468"/>
            <a:ext cx="6295028" cy="109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4401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746551" y="2424111"/>
            <a:ext cx="4419600" cy="24622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                               |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: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a0, zero, 2                |         add t0, a0, a1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a1, zero, 3                |         add t1, a2, a3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a2, zero, 4                |         sub s3, t0, t1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a3, zero, 5                |         add a0, s3, zero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jal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|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add s7, a0, zero               |</a:t>
            </a:r>
          </a:p>
          <a:p>
            <a:pPr>
              <a:defRPr/>
            </a:pPr>
            <a:endParaRPr lang="en-US" altLang="ko-KR" sz="14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781800" y="591083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477264" y="1893510"/>
            <a:ext cx="39624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y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86382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65074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96260" y="4648200"/>
            <a:ext cx="4729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Zero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4283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73222" y="4648200"/>
            <a:ext cx="4729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Zero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3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D44C114-F5E4-3111-0280-95094EFB9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01" y="2412999"/>
            <a:ext cx="6177609" cy="1829970"/>
          </a:xfrm>
          <a:prstGeom prst="rect">
            <a:avLst/>
          </a:prstGeom>
        </p:spPr>
      </p:pic>
      <p:pic>
        <p:nvPicPr>
          <p:cNvPr id="12" name="그림 11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154350C3-5A77-0215-AC72-A5FD0330C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9" y="1270965"/>
            <a:ext cx="4585389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7144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52724" y="4738671"/>
            <a:ext cx="46657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Zero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a2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53DC0FE-DA44-364B-78D0-FFF44EEECE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99" y="2412998"/>
            <a:ext cx="6180149" cy="1829971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EF09D89B-3C9C-1E8C-7B29-96DD1941B4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93" y="1248138"/>
            <a:ext cx="4583806" cy="490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0723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52724" y="4875597"/>
            <a:ext cx="4729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Zero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a3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DB49537-1E3C-33E1-F9EC-F9D768A95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1" y="2366004"/>
            <a:ext cx="6167780" cy="1876967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635C52A2-C506-D4B8-408F-076B5A0538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548" y="1270965"/>
            <a:ext cx="4566851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0551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79618" y="4790436"/>
            <a:ext cx="4417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Jal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diffofsums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함수로 호출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82E7EE1-4EF2-7335-3100-173F50957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3" y="2412998"/>
            <a:ext cx="6180148" cy="1829971"/>
          </a:xfrm>
          <a:prstGeom prst="rect">
            <a:avLst/>
          </a:prstGeom>
        </p:spPr>
      </p:pic>
      <p:pic>
        <p:nvPicPr>
          <p:cNvPr id="9" name="그림 8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80A60F85-D4C3-5CB3-D112-47DD23D43C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1" y="1275312"/>
            <a:ext cx="4569567" cy="487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55664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52724" y="4857666"/>
            <a:ext cx="4654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zero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s7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 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25ACFCD-343D-227F-FDFD-FD148BD662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95" y="2412998"/>
            <a:ext cx="6164715" cy="1829971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FDE45726-EFF5-F941-9100-81FE56F4D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9" y="1270966"/>
            <a:ext cx="4616365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65639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32316" y="4898008"/>
            <a:ext cx="44704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 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581EA91-D1F6-1E96-ED81-A66DDA4585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16" y="2412999"/>
            <a:ext cx="6180148" cy="1829971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1A9F5BE4-3EFB-C83E-1238-EF7871EF72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916" y="1287852"/>
            <a:ext cx="4546767" cy="486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86227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96260" y="4812850"/>
            <a:ext cx="44704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A2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A3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 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99945630-EB49-861A-B9E0-46DB656DF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6" y="2412999"/>
            <a:ext cx="6180148" cy="1829971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EFA4F37-6AE1-8A82-2390-F3ACE7E0DC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544" y="1268560"/>
            <a:ext cx="4627828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05303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830311" y="4875597"/>
            <a:ext cx="4285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에서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뺀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s3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4F99ABEB-3959-196E-8123-9D50B2584E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50" y="2387921"/>
            <a:ext cx="6174361" cy="1855050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106112C-CD1F-E187-9DA1-F254EEF38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0" y="1273383"/>
            <a:ext cx="4612783" cy="490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23994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952724" y="4974540"/>
            <a:ext cx="4551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S3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zero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더한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05301F1-7BFC-DBE0-E0AA-CEE50B199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59" y="2412999"/>
            <a:ext cx="6163751" cy="1850608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CEC15EB9-CE63-976E-11A1-4C175CA72A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05" y="1280457"/>
            <a:ext cx="4585387" cy="492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21898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553200" y="1816668"/>
            <a:ext cx="44196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                               |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a0, zero, 2                | 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 -12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a1, zero, 3                |        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sw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s3, 8(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sp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a2, zero, 4                |        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sw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t0, 4(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sp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a3, zero, 5                |        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sw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t1, 0(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sp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add t0, a0, a1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add t1, a2, a3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sub s3, t0, t1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add a0, s3,zero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s3, 8(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4(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>
              <a:defRPr/>
            </a:pP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                                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|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sp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12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                          |       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781800" y="591083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477264" y="1816668"/>
            <a:ext cx="39624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86382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640764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37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Zero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9E8BE1B-B1A6-D9FA-C5CA-99E465EF1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1" y="1226997"/>
            <a:ext cx="4585387" cy="4927558"/>
          </a:xfrm>
          <a:prstGeom prst="rect">
            <a:avLst/>
          </a:prstGeom>
        </p:spPr>
      </p:pic>
      <p:pic>
        <p:nvPicPr>
          <p:cNvPr id="15" name="그림 1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79F049D-EBFA-312F-1A4F-554FB11198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13000"/>
            <a:ext cx="6235012" cy="20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3665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37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Zero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더한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D1EC3BEB-1D4A-0067-FF6B-3CCC0CA06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3" y="2410595"/>
            <a:ext cx="6180148" cy="1829971"/>
          </a:xfrm>
          <a:prstGeom prst="rect">
            <a:avLst/>
          </a:prstGeom>
        </p:spPr>
      </p:pic>
      <p:pic>
        <p:nvPicPr>
          <p:cNvPr id="9" name="그림 8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D9E8BE1B-B1A6-D9FA-C5CA-99E465EF14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1" y="1226997"/>
            <a:ext cx="4585387" cy="4927558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C1330C3D-EECC-4417-C989-0BC7AEAA2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98" y="2415407"/>
            <a:ext cx="6179011" cy="182516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655AE79E-12DC-E15D-3D64-C7B1DE0882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8" y="1270965"/>
            <a:ext cx="4523543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27775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37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Zero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더한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a2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D1EC3BEB-1D4A-0067-FF6B-3CCC0CA06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413000"/>
            <a:ext cx="6180148" cy="1829971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8094F241-ADC0-0FA7-7AA8-21EA83F17F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3" y="2416411"/>
            <a:ext cx="6180146" cy="182656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BF38DF38-FF0C-5723-DF55-33DB1C4F9C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8" y="1270965"/>
            <a:ext cx="4585387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5603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37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Zero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더한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a3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525F04-9CFA-D461-D054-3904B8687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864" y="2413000"/>
            <a:ext cx="6180149" cy="1829971"/>
          </a:xfrm>
          <a:prstGeom prst="rect">
            <a:avLst/>
          </a:prstGeom>
        </p:spPr>
      </p:pic>
      <p:pic>
        <p:nvPicPr>
          <p:cNvPr id="4" name="그림 3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E03049A-C90C-2B76-5DD8-E0367EFDB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2" y="1270965"/>
            <a:ext cx="4585387" cy="4883590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D1EC3BEB-1D4A-0067-FF6B-3CCC0CA06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3" y="2410595"/>
            <a:ext cx="6180148" cy="1829971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BBC7495D-1DBA-CD74-C2B1-1D49893C83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86" y="2433637"/>
            <a:ext cx="6180148" cy="2006319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6C505F21-C1FB-D69E-6D60-2F5646A166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734" y="1268690"/>
            <a:ext cx="4585386" cy="488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21340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3366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뺀 값을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A30F5E52-69F7-62E7-A2EC-9B115D532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83" y="2413001"/>
            <a:ext cx="5837426" cy="1829971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E713CF30-0CEF-7422-E7CE-9E7D02F1A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8" y="1266857"/>
            <a:ext cx="4523543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11131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867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8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바이트 떨어진 위치의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s3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03C1D102-9A91-035C-4C5C-3F79D36CA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10" y="2427868"/>
            <a:ext cx="5848798" cy="1853855"/>
          </a:xfrm>
          <a:prstGeom prst="rect">
            <a:avLst/>
          </a:prstGeom>
        </p:spPr>
      </p:pic>
      <p:pic>
        <p:nvPicPr>
          <p:cNvPr id="6" name="그림 5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EA99411A-DD64-F753-6E20-28A2B2FCB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8" y="1278708"/>
            <a:ext cx="4523543" cy="492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46485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867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바이트 떨어진 위치의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그림 12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A511054F-B48F-8187-B88C-A62C7BAAA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24" y="2436885"/>
            <a:ext cx="6209385" cy="1930399"/>
          </a:xfrm>
          <a:prstGeom prst="rect">
            <a:avLst/>
          </a:prstGeom>
        </p:spPr>
      </p:pic>
      <p:pic>
        <p:nvPicPr>
          <p:cNvPr id="15" name="그림 14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55BBA783-54A8-CF58-777F-416EC5919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09" y="1242386"/>
            <a:ext cx="4509249" cy="493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88305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2996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위치의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FC748EB-3A48-3BC9-D768-6DB41BBC4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23" y="2433473"/>
            <a:ext cx="6180147" cy="1884141"/>
          </a:xfrm>
          <a:prstGeom prst="rect">
            <a:avLst/>
          </a:prstGeom>
        </p:spPr>
      </p:pic>
      <p:pic>
        <p:nvPicPr>
          <p:cNvPr id="13" name="그림 12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5C7CCAAB-CC70-C385-A0D6-28D7B6C5A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770" y="1239672"/>
            <a:ext cx="4523545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1142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3385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84A5893A-5104-D82C-8A4A-60BAB235A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433637"/>
            <a:ext cx="6171049" cy="1829971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B662799E-C32C-2FFB-7C9A-EC3CCD4B9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913" y="1343652"/>
            <a:ext cx="4765457" cy="491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10434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3385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a3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20098DE7-AE51-A92E-E112-110ACAF5D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433637"/>
            <a:ext cx="6180147" cy="183808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CD15DF18-C9D3-07A6-7021-17EABEB2F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523" y="1306516"/>
            <a:ext cx="4585387" cy="487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9474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3361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에서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t1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뺀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s3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D030F7DA-7083-17CD-4477-EDAA19697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443708"/>
            <a:ext cx="6180148" cy="1876344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E0DAFE6B-FCEC-A82F-AA06-7A21B48C5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934" y="1248494"/>
            <a:ext cx="4523543" cy="487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63104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3500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S3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zero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C090F127-0349-F832-CDB3-3F9D20EA2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420798"/>
            <a:ext cx="6180148" cy="1795515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E7B004F2-CF1D-6079-3F0C-218AAC4A58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893" y="1273370"/>
            <a:ext cx="4541853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63418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5033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8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바이트 떨어진 위치에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s3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 로드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2E38C621-4036-9930-7992-1D9A98A04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12442"/>
            <a:ext cx="6180148" cy="1871335"/>
          </a:xfrm>
          <a:prstGeom prst="rect">
            <a:avLst/>
          </a:prstGeom>
        </p:spPr>
      </p:pic>
      <p:pic>
        <p:nvPicPr>
          <p:cNvPr id="11" name="그림 10" descr="텍스트, 스크린샷, 평행, 라인이(가) 표시된 사진&#10;&#10;자동 생성된 설명">
            <a:extLst>
              <a:ext uri="{FF2B5EF4-FFF2-40B4-BE49-F238E27FC236}">
                <a16:creationId xmlns:a16="http://schemas.microsoft.com/office/drawing/2014/main" id="{102F4C95-345A-78EF-658C-CABE5694F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648" y="1298391"/>
            <a:ext cx="4585387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91285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5022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에서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바이트 떨어진 위치에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t0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 로드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A330B50-CB42-4290-D341-E90CBB07B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433637"/>
            <a:ext cx="6180148" cy="1829971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89761D79-935F-FAA1-7855-5021C15DE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14" y="1264271"/>
            <a:ext cx="4585386" cy="488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52146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의 위치에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t1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 로드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9977D131-EF60-898C-1792-9B16C2DBB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525756"/>
            <a:ext cx="6156242" cy="1829971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A3CD3B26-76AC-6FAA-A7DE-F4EA81368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106" y="1219200"/>
            <a:ext cx="4585387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18116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47752" y="40370"/>
            <a:ext cx="10972800" cy="990600"/>
          </a:xfrm>
        </p:spPr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 err="1"/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9217A-8043-4E77-BC84-DED3920A2B21}"/>
              </a:ext>
            </a:extLst>
          </p:cNvPr>
          <p:cNvSpPr txBox="1"/>
          <p:nvPr/>
        </p:nvSpPr>
        <p:spPr>
          <a:xfrm>
            <a:off x="762000" y="4648200"/>
            <a:ext cx="435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값을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sp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레지스터에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6A8FD7D5-5F31-2A05-6F48-82C9693F9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1" y="2413001"/>
            <a:ext cx="6165310" cy="1862370"/>
          </a:xfrm>
          <a:prstGeom prst="rect">
            <a:avLst/>
          </a:prstGeom>
        </p:spPr>
      </p:pic>
      <p:pic>
        <p:nvPicPr>
          <p:cNvPr id="11" name="그림 10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6791B047-7C84-E777-87B8-678BC1CEA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01" y="1250038"/>
            <a:ext cx="4523543" cy="492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8462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7219</TotalTime>
  <Words>2729</Words>
  <Application>Microsoft Office PowerPoint</Application>
  <PresentationFormat>와이드스크린</PresentationFormat>
  <Paragraphs>655</Paragraphs>
  <Slides>69</Slides>
  <Notes>68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78" baseType="lpstr">
      <vt:lpstr>굴림</vt:lpstr>
      <vt:lpstr>맑은 고딕</vt:lpstr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Jungwoo Choi  Sangmyung University jw010803@gmail.com</vt:lpstr>
      <vt:lpstr>RARS initializing</vt:lpstr>
      <vt:lpstr>RARS initializing</vt:lpstr>
      <vt:lpstr>RARS initializing</vt:lpstr>
      <vt:lpstr>RARS initializing</vt:lpstr>
      <vt:lpstr>RARS reading_memory</vt:lpstr>
      <vt:lpstr>RARS reading_memory</vt:lpstr>
      <vt:lpstr>RARS reading_memory</vt:lpstr>
      <vt:lpstr>RARS reading_memory</vt:lpstr>
      <vt:lpstr>RARS writing_memory</vt:lpstr>
      <vt:lpstr>RARS writing_memory</vt:lpstr>
      <vt:lpstr>RARS writing_memory</vt:lpstr>
      <vt:lpstr>RARS writing_memory</vt:lpstr>
      <vt:lpstr>RARS writing_memory</vt:lpstr>
      <vt:lpstr>RARS if_else</vt:lpstr>
      <vt:lpstr>RARS if_else</vt:lpstr>
      <vt:lpstr>RARS if_else</vt:lpstr>
      <vt:lpstr>RARS if_else</vt:lpstr>
      <vt:lpstr>RARS if_else</vt:lpstr>
      <vt:lpstr>RARS if_else</vt:lpstr>
      <vt:lpstr>RARS for</vt:lpstr>
      <vt:lpstr>RARS for</vt:lpstr>
      <vt:lpstr>RARS for</vt:lpstr>
      <vt:lpstr>RARS for</vt:lpstr>
      <vt:lpstr>RARS for</vt:lpstr>
      <vt:lpstr>RARS for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for_array</vt:lpstr>
      <vt:lpstr>RARS simple_function_call</vt:lpstr>
      <vt:lpstr>RARS simple_function_call</vt:lpstr>
      <vt:lpstr>RARS simple_function_call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function_call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  <vt:lpstr>RARS function_stack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정우 최</cp:lastModifiedBy>
  <cp:revision>1004</cp:revision>
  <dcterms:created xsi:type="dcterms:W3CDTF">2013-05-12T07:12:15Z</dcterms:created>
  <dcterms:modified xsi:type="dcterms:W3CDTF">2024-09-29T10:47:07Z</dcterms:modified>
</cp:coreProperties>
</file>